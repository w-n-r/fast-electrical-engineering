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35"/>
  </p:notesMasterIdLst>
  <p:handoutMasterIdLst>
    <p:handoutMasterId r:id="rId36"/>
  </p:handoutMasterIdLst>
  <p:sldIdLst>
    <p:sldId id="1339" r:id="rId2"/>
    <p:sldId id="1299" r:id="rId3"/>
    <p:sldId id="1300" r:id="rId4"/>
    <p:sldId id="1301" r:id="rId5"/>
    <p:sldId id="1302" r:id="rId6"/>
    <p:sldId id="1303" r:id="rId7"/>
    <p:sldId id="1304" r:id="rId8"/>
    <p:sldId id="1305" r:id="rId9"/>
    <p:sldId id="1306" r:id="rId10"/>
    <p:sldId id="1307" r:id="rId11"/>
    <p:sldId id="1308" r:id="rId12"/>
    <p:sldId id="1309" r:id="rId13"/>
    <p:sldId id="1310" r:id="rId14"/>
    <p:sldId id="1311" r:id="rId15"/>
    <p:sldId id="1312" r:id="rId16"/>
    <p:sldId id="1313" r:id="rId17"/>
    <p:sldId id="1314" r:id="rId18"/>
    <p:sldId id="1315" r:id="rId19"/>
    <p:sldId id="1316" r:id="rId20"/>
    <p:sldId id="1317" r:id="rId21"/>
    <p:sldId id="1318" r:id="rId22"/>
    <p:sldId id="1319" r:id="rId23"/>
    <p:sldId id="1320" r:id="rId24"/>
    <p:sldId id="1321" r:id="rId25"/>
    <p:sldId id="1322" r:id="rId26"/>
    <p:sldId id="1323" r:id="rId27"/>
    <p:sldId id="1324" r:id="rId28"/>
    <p:sldId id="1325" r:id="rId29"/>
    <p:sldId id="1326" r:id="rId30"/>
    <p:sldId id="1327" r:id="rId31"/>
    <p:sldId id="1328" r:id="rId32"/>
    <p:sldId id="1329" r:id="rId33"/>
    <p:sldId id="1330" r:id="rId34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3/27/2024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4197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3/27/2024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93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61" y="301033"/>
            <a:ext cx="76009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61" y="966788"/>
            <a:ext cx="7686675" cy="126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894" y="2330924"/>
            <a:ext cx="6105525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058" y="3626324"/>
            <a:ext cx="39433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1" y="4216874"/>
            <a:ext cx="75533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33" y="4940774"/>
            <a:ext cx="52768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63" y="5667446"/>
            <a:ext cx="75438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398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355624"/>
            <a:ext cx="82010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1937" y="1195388"/>
            <a:ext cx="4895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115" y="2035720"/>
            <a:ext cx="28194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599" y="2695575"/>
            <a:ext cx="64865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115" y="3684541"/>
            <a:ext cx="58483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114" y="4824129"/>
            <a:ext cx="6886575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66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621" y="305013"/>
            <a:ext cx="83153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1811527"/>
            <a:ext cx="29622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93" y="2447925"/>
            <a:ext cx="5838825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18" y="3786543"/>
            <a:ext cx="48387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18" y="4962454"/>
            <a:ext cx="706755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700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08" y="1081585"/>
            <a:ext cx="81629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3" y="1918719"/>
            <a:ext cx="814387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3019425"/>
            <a:ext cx="81057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56" y="2286942"/>
            <a:ext cx="8174279" cy="3451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59" y="508379"/>
            <a:ext cx="81819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059" y="1453485"/>
            <a:ext cx="81724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6236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536528"/>
            <a:ext cx="78486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91219"/>
            <a:ext cx="50292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373217"/>
            <a:ext cx="78105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9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973" y="986085"/>
            <a:ext cx="83058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61" y="2127345"/>
            <a:ext cx="54959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151" y="2609850"/>
            <a:ext cx="50196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2613" y="3541594"/>
            <a:ext cx="543877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298" y="4388040"/>
            <a:ext cx="5324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43759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83" y="1034884"/>
            <a:ext cx="49625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" y="304515"/>
            <a:ext cx="82772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051" y="1575392"/>
            <a:ext cx="4591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783" y="2190750"/>
            <a:ext cx="42576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564" y="3038191"/>
            <a:ext cx="183832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689" y="4004623"/>
            <a:ext cx="39624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66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11" y="907578"/>
            <a:ext cx="7972425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2179803"/>
            <a:ext cx="8067675" cy="337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8048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18" y="1010575"/>
            <a:ext cx="77724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93" y="1781601"/>
            <a:ext cx="77533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393" y="2934766"/>
            <a:ext cx="57816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005" y="3432412"/>
            <a:ext cx="76676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18" y="4496298"/>
            <a:ext cx="769620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540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81" y="781050"/>
            <a:ext cx="77247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16" y="1604464"/>
            <a:ext cx="427672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281" y="2301709"/>
            <a:ext cx="7848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81" y="2918986"/>
            <a:ext cx="77343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708" y="3792727"/>
            <a:ext cx="77628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4793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35" y="447391"/>
            <a:ext cx="64198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35" y="935654"/>
            <a:ext cx="731520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225" y="2595633"/>
            <a:ext cx="46482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63" y="3981450"/>
            <a:ext cx="4105275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554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82" y="538375"/>
            <a:ext cx="61436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82" y="1433725"/>
            <a:ext cx="30289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57" y="1973026"/>
            <a:ext cx="6000750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557" y="2968530"/>
            <a:ext cx="718185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9251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" y="607254"/>
            <a:ext cx="79057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18" y="1677537"/>
            <a:ext cx="7924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2466975"/>
            <a:ext cx="3524250" cy="192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979" y="4619482"/>
            <a:ext cx="31813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910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98" y="466370"/>
            <a:ext cx="467677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98" y="1391219"/>
            <a:ext cx="64960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598" y="2530594"/>
            <a:ext cx="64960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38" y="4008390"/>
            <a:ext cx="70294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35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60" y="167896"/>
            <a:ext cx="682942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60" y="1521015"/>
            <a:ext cx="28289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60" y="2060954"/>
            <a:ext cx="41338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060" y="2685055"/>
            <a:ext cx="61531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260" y="3637696"/>
            <a:ext cx="60007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3" y="4692201"/>
            <a:ext cx="4800600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203" y="5689198"/>
            <a:ext cx="67151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607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3" y="627584"/>
            <a:ext cx="78200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3" y="1670927"/>
            <a:ext cx="67913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93" y="2147888"/>
            <a:ext cx="78581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693" y="3099677"/>
            <a:ext cx="7934325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59" y="5142220"/>
            <a:ext cx="72580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259" y="5674483"/>
            <a:ext cx="64389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418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00" y="637820"/>
            <a:ext cx="42195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00" y="1474741"/>
            <a:ext cx="7962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8" y="2346562"/>
            <a:ext cx="808672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179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03" y="658236"/>
            <a:ext cx="7105650" cy="2952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03" y="1146176"/>
            <a:ext cx="5867400" cy="704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71" y="2043691"/>
            <a:ext cx="5391150" cy="5524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371" y="2788806"/>
            <a:ext cx="5476875" cy="952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590" y="4060537"/>
            <a:ext cx="5076825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978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67" y="441613"/>
            <a:ext cx="6657975" cy="266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29" y="879041"/>
            <a:ext cx="3248025" cy="9620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708" y="1212416"/>
            <a:ext cx="3952875" cy="6286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3892" y="2088593"/>
            <a:ext cx="5467350" cy="990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8546" y="3079193"/>
            <a:ext cx="4686300" cy="9906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615" y="4307918"/>
            <a:ext cx="7743825" cy="7524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615" y="5298518"/>
            <a:ext cx="77914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90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" y="341194"/>
            <a:ext cx="6825671" cy="662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57" y="1292699"/>
            <a:ext cx="748665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48" y="2128838"/>
            <a:ext cx="75342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82" y="3181350"/>
            <a:ext cx="74676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45" y="4067175"/>
            <a:ext cx="42957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95" y="4705137"/>
            <a:ext cx="74771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497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454215"/>
            <a:ext cx="79629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40" y="1966984"/>
            <a:ext cx="37623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5646" y="2862333"/>
            <a:ext cx="67913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240" y="3652553"/>
            <a:ext cx="67722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4325843"/>
            <a:ext cx="7848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9510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097" y="427759"/>
            <a:ext cx="8286750" cy="571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97" y="1145453"/>
            <a:ext cx="5324475" cy="7810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01" y="2072697"/>
            <a:ext cx="2171700" cy="1047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4735" y="3120447"/>
            <a:ext cx="6467475" cy="6381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7301" y="4032825"/>
            <a:ext cx="477202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080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99" y="403658"/>
            <a:ext cx="8372475" cy="638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68" y="1363085"/>
            <a:ext cx="5381625" cy="714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665" y="2398712"/>
            <a:ext cx="5114925" cy="971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9665" y="3580389"/>
            <a:ext cx="471487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043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15" y="313828"/>
            <a:ext cx="7886700" cy="17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65" y="2426957"/>
            <a:ext cx="554355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723" y="3895939"/>
            <a:ext cx="3733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790" y="4835850"/>
            <a:ext cx="495300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4717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05" y="617970"/>
            <a:ext cx="7210425" cy="8191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442" y="1508557"/>
            <a:ext cx="3552825" cy="257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905" y="1945986"/>
            <a:ext cx="6562725" cy="3429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7442" y="2288886"/>
            <a:ext cx="4991100" cy="3905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7442" y="2797752"/>
            <a:ext cx="5867400" cy="933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705" y="3849543"/>
            <a:ext cx="4505325" cy="5429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8657" y="4510809"/>
            <a:ext cx="47625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0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28" y="309129"/>
            <a:ext cx="8315325" cy="4762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084" y="785379"/>
            <a:ext cx="4667250" cy="9048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890" y="1690254"/>
            <a:ext cx="5181600" cy="2381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890" y="2005446"/>
            <a:ext cx="5934075" cy="685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2871" y="2911188"/>
            <a:ext cx="6086475" cy="1000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62871" y="4054188"/>
            <a:ext cx="4772025" cy="8953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62871" y="5092413"/>
            <a:ext cx="695325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642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31" y="415760"/>
            <a:ext cx="6924675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41" y="2303700"/>
            <a:ext cx="55054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32" y="3373484"/>
            <a:ext cx="5476875" cy="61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31" y="4235496"/>
            <a:ext cx="5857875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455" y="4813252"/>
            <a:ext cx="6896100" cy="116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195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63681"/>
            <a:ext cx="80772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2497328"/>
            <a:ext cx="79724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3379384"/>
            <a:ext cx="7886700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8671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0" y="355198"/>
            <a:ext cx="69627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0" y="1763192"/>
            <a:ext cx="47720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0" y="2666646"/>
            <a:ext cx="40386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0" y="3429000"/>
            <a:ext cx="61626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80" y="4142664"/>
            <a:ext cx="644842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6580" y="5045904"/>
            <a:ext cx="56673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7546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777710"/>
            <a:ext cx="79438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1867400"/>
            <a:ext cx="795337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686050"/>
            <a:ext cx="788670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" y="3270061"/>
            <a:ext cx="788670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218296"/>
            <a:ext cx="76104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4667321"/>
            <a:ext cx="79533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0960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349683"/>
            <a:ext cx="8343900" cy="5429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0700" y="1041833"/>
            <a:ext cx="6924675" cy="676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244" y="1856437"/>
            <a:ext cx="6162675" cy="9429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25" y="2959533"/>
            <a:ext cx="5029200" cy="2667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8080" y="3386354"/>
            <a:ext cx="5000625" cy="1000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8467" y="4427358"/>
            <a:ext cx="2390775" cy="571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95355" y="4974250"/>
            <a:ext cx="51054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35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12697</TotalTime>
  <Words>14</Words>
  <Application>Microsoft Office PowerPoint</Application>
  <PresentationFormat>On-screen Show (4:3)</PresentationFormat>
  <Paragraphs>3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952</cp:revision>
  <cp:lastPrinted>2017-08-04T10:23:33Z</cp:lastPrinted>
  <dcterms:created xsi:type="dcterms:W3CDTF">2017-07-19T17:50:20Z</dcterms:created>
  <dcterms:modified xsi:type="dcterms:W3CDTF">2024-03-27T05:25:02Z</dcterms:modified>
</cp:coreProperties>
</file>