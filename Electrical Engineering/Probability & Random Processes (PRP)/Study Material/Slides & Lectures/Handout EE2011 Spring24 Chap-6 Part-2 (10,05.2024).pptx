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4"/>
  </p:notesMasterIdLst>
  <p:handoutMasterIdLst>
    <p:handoutMasterId r:id="rId25"/>
  </p:handoutMasterIdLst>
  <p:sldIdLst>
    <p:sldId id="535" r:id="rId2"/>
    <p:sldId id="536" r:id="rId3"/>
    <p:sldId id="537" r:id="rId4"/>
    <p:sldId id="538" r:id="rId5"/>
    <p:sldId id="539" r:id="rId6"/>
    <p:sldId id="540" r:id="rId7"/>
    <p:sldId id="541" r:id="rId8"/>
    <p:sldId id="542" r:id="rId9"/>
    <p:sldId id="543" r:id="rId10"/>
    <p:sldId id="544" r:id="rId11"/>
    <p:sldId id="553" r:id="rId12"/>
    <p:sldId id="555" r:id="rId13"/>
    <p:sldId id="556" r:id="rId14"/>
    <p:sldId id="557" r:id="rId15"/>
    <p:sldId id="558" r:id="rId16"/>
    <p:sldId id="562" r:id="rId17"/>
    <p:sldId id="563" r:id="rId18"/>
    <p:sldId id="564" r:id="rId19"/>
    <p:sldId id="565" r:id="rId20"/>
    <p:sldId id="566" r:id="rId21"/>
    <p:sldId id="567" r:id="rId22"/>
    <p:sldId id="568" r:id="rId23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87" autoAdjust="0"/>
    <p:restoredTop sz="86477" autoAdjust="0"/>
  </p:normalViewPr>
  <p:slideViewPr>
    <p:cSldViewPr snapToGrid="0">
      <p:cViewPr varScale="1">
        <p:scale>
          <a:sx n="69" d="100"/>
          <a:sy n="69" d="100"/>
        </p:scale>
        <p:origin x="143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8" y="293899"/>
            <a:ext cx="61626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78" y="916262"/>
            <a:ext cx="7439025" cy="790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57" y="1850454"/>
            <a:ext cx="7362825" cy="542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" y="2683284"/>
            <a:ext cx="7429500" cy="476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442" y="3449439"/>
            <a:ext cx="7419975" cy="7143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342" y="4583154"/>
            <a:ext cx="74580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2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394607"/>
            <a:ext cx="7353300" cy="495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132568"/>
            <a:ext cx="7658100" cy="1428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22" y="2823709"/>
            <a:ext cx="4048125" cy="342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22" y="3455307"/>
            <a:ext cx="53244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6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50" y="549275"/>
            <a:ext cx="7418217" cy="28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50" y="4066041"/>
            <a:ext cx="693420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1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72" y="1026159"/>
            <a:ext cx="79914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21" y="3674155"/>
            <a:ext cx="69151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11" y="892703"/>
            <a:ext cx="5901954" cy="3666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687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02" y="383494"/>
            <a:ext cx="4467225" cy="314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02" y="835251"/>
            <a:ext cx="7448550" cy="542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02" y="1684111"/>
            <a:ext cx="7524750" cy="819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02" y="2809196"/>
            <a:ext cx="7315200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02" y="3489553"/>
            <a:ext cx="7477125" cy="762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502" y="4413252"/>
            <a:ext cx="7419975" cy="7524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02" y="5327426"/>
            <a:ext cx="74580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0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69" y="617991"/>
            <a:ext cx="7496175" cy="1209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44" y="1967139"/>
            <a:ext cx="7505700" cy="514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44" y="2620962"/>
            <a:ext cx="7439025" cy="590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44" y="3350985"/>
            <a:ext cx="3629025" cy="3143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44" y="3953783"/>
            <a:ext cx="4429125" cy="2857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44" y="4552496"/>
            <a:ext cx="56483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0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52" y="731609"/>
            <a:ext cx="7543800" cy="123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52" y="2282822"/>
            <a:ext cx="69818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0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7" y="267381"/>
            <a:ext cx="74009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7" y="865230"/>
            <a:ext cx="76676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56" y="1900794"/>
            <a:ext cx="77057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7" y="2869004"/>
            <a:ext cx="60102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56" y="3261137"/>
            <a:ext cx="77152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56" y="4147891"/>
            <a:ext cx="7639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56" y="4910138"/>
            <a:ext cx="76771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807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222"/>
            <a:ext cx="8267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13905"/>
            <a:ext cx="687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105"/>
            <a:ext cx="68294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513302"/>
            <a:ext cx="77343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773075"/>
            <a:ext cx="59055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190072"/>
            <a:ext cx="671512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70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74" y="324283"/>
            <a:ext cx="46958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74" y="922564"/>
            <a:ext cx="77533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74" y="1618755"/>
            <a:ext cx="4953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74" y="2004208"/>
            <a:ext cx="7172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80" y="2565818"/>
            <a:ext cx="782955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92" y="5270918"/>
            <a:ext cx="76295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867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4" y="269237"/>
            <a:ext cx="57054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88196"/>
            <a:ext cx="39243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4" y="1624936"/>
            <a:ext cx="74771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4" y="3803388"/>
            <a:ext cx="75057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050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366215"/>
            <a:ext cx="69723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798360"/>
            <a:ext cx="55911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508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435" y="964129"/>
            <a:ext cx="6767291" cy="3778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791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025" y="1092174"/>
            <a:ext cx="6735394" cy="376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33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97" y="390881"/>
            <a:ext cx="3952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97" y="1057235"/>
            <a:ext cx="7380951" cy="62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98" y="1794042"/>
            <a:ext cx="7544789" cy="253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16" y="4507031"/>
            <a:ext cx="7437952" cy="1156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935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930" y="1158156"/>
            <a:ext cx="5966807" cy="4150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34" y="486911"/>
            <a:ext cx="6569123" cy="35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44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96" y="442628"/>
            <a:ext cx="4210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" y="1031614"/>
            <a:ext cx="77819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08" y="2070479"/>
            <a:ext cx="77819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08" y="2675530"/>
            <a:ext cx="77628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08" y="3488212"/>
            <a:ext cx="78200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3" y="4451090"/>
            <a:ext cx="78676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855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88" y="191055"/>
            <a:ext cx="7949773" cy="2711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11" y="3429000"/>
            <a:ext cx="75533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11" y="4115156"/>
            <a:ext cx="77057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24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65" y="168891"/>
            <a:ext cx="79343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224" y="740391"/>
            <a:ext cx="4156276" cy="3342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90" y="4267272"/>
            <a:ext cx="7896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65" y="4908148"/>
            <a:ext cx="78867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15" y="5508579"/>
            <a:ext cx="78867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73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36" y="3789421"/>
            <a:ext cx="7621606" cy="2361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17" y="257175"/>
            <a:ext cx="77438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17" y="1199724"/>
            <a:ext cx="7696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42" y="1815579"/>
            <a:ext cx="77343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2819472"/>
            <a:ext cx="77343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84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53" y="832940"/>
            <a:ext cx="67818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53" y="1743928"/>
            <a:ext cx="53911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53" y="2334265"/>
            <a:ext cx="3733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578" y="2727918"/>
            <a:ext cx="4019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36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13733</TotalTime>
  <Words>0</Words>
  <Application>Microsoft Office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Dr. Sayed Abbas</cp:lastModifiedBy>
  <cp:revision>1112</cp:revision>
  <cp:lastPrinted>2017-08-04T10:23:33Z</cp:lastPrinted>
  <dcterms:created xsi:type="dcterms:W3CDTF">2017-07-19T17:50:20Z</dcterms:created>
  <dcterms:modified xsi:type="dcterms:W3CDTF">2024-05-23T07:29:02Z</dcterms:modified>
</cp:coreProperties>
</file>