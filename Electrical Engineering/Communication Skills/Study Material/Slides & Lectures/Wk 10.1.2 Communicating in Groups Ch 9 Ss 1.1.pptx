
<file path=[Content_Types].xml><?xml version="1.0" encoding="utf-8"?>
<Types xmlns="http://schemas.openxmlformats.org/package/2006/content-types">
  <Default Extension="jfif" ContentType="image/jpeg"/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261" r:id="rId3"/>
    <p:sldId id="299" r:id="rId4"/>
    <p:sldId id="268" r:id="rId5"/>
    <p:sldId id="291" r:id="rId6"/>
    <p:sldId id="300" r:id="rId7"/>
    <p:sldId id="301" r:id="rId8"/>
    <p:sldId id="302" r:id="rId9"/>
    <p:sldId id="303" r:id="rId10"/>
    <p:sldId id="304" r:id="rId11"/>
    <p:sldId id="257" r:id="rId12"/>
    <p:sldId id="307" r:id="rId13"/>
    <p:sldId id="308" r:id="rId14"/>
    <p:sldId id="309" r:id="rId15"/>
    <p:sldId id="310" r:id="rId16"/>
    <p:sldId id="311" r:id="rId17"/>
    <p:sldId id="305" r:id="rId18"/>
    <p:sldId id="312" r:id="rId19"/>
    <p:sldId id="318" r:id="rId20"/>
    <p:sldId id="313" r:id="rId21"/>
    <p:sldId id="314" r:id="rId22"/>
    <p:sldId id="315" r:id="rId23"/>
    <p:sldId id="316" r:id="rId24"/>
    <p:sldId id="317" r:id="rId25"/>
    <p:sldId id="306" r:id="rId26"/>
    <p:sldId id="26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17148-E41E-445C-9000-97B1ABFF9695}" v="55" dt="2024-03-25T13:10:12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5" autoAdjust="0"/>
    <p:restoredTop sz="94660"/>
  </p:normalViewPr>
  <p:slideViewPr>
    <p:cSldViewPr snapToGrid="0">
      <p:cViewPr varScale="1">
        <p:scale>
          <a:sx n="83" d="100"/>
          <a:sy n="83" d="100"/>
        </p:scale>
        <p:origin x="8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Muhammad Zulfiqar Ali" userId="c4b4daea-c3cd-4a1b-ae38-2a74107589dc" providerId="ADAL" clId="{24E17148-E41E-445C-9000-97B1ABFF9695}"/>
    <pc:docChg chg="undo custSel modSld">
      <pc:chgData name="Mr.Muhammad Zulfiqar Ali" userId="c4b4daea-c3cd-4a1b-ae38-2a74107589dc" providerId="ADAL" clId="{24E17148-E41E-445C-9000-97B1ABFF9695}" dt="2024-03-26T08:22:07.074" v="457" actId="20577"/>
      <pc:docMkLst>
        <pc:docMk/>
      </pc:docMkLst>
      <pc:sldChg chg="addSp delSp modSp mod setBg addAnim delAnim setClrOvrMap">
        <pc:chgData name="Mr.Muhammad Zulfiqar Ali" userId="c4b4daea-c3cd-4a1b-ae38-2a74107589dc" providerId="ADAL" clId="{24E17148-E41E-445C-9000-97B1ABFF9695}" dt="2024-03-25T13:10:12.764" v="431" actId="207"/>
        <pc:sldMkLst>
          <pc:docMk/>
          <pc:sldMk cId="71137614" sldId="256"/>
        </pc:sldMkLst>
        <pc:spChg chg="mod">
          <ac:chgData name="Mr.Muhammad Zulfiqar Ali" userId="c4b4daea-c3cd-4a1b-ae38-2a74107589dc" providerId="ADAL" clId="{24E17148-E41E-445C-9000-97B1ABFF9695}" dt="2024-03-25T13:09:18.609" v="425" actId="14100"/>
          <ac:spMkLst>
            <pc:docMk/>
            <pc:sldMk cId="71137614" sldId="256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24E17148-E41E-445C-9000-97B1ABFF9695}" dt="2024-03-25T13:10:12.764" v="431" actId="207"/>
          <ac:spMkLst>
            <pc:docMk/>
            <pc:sldMk cId="71137614" sldId="256"/>
            <ac:spMk id="3" creationId="{00000000-0000-0000-0000-000000000000}"/>
          </ac:spMkLst>
        </pc:spChg>
        <pc:spChg chg="add del">
          <ac:chgData name="Mr.Muhammad Zulfiqar Ali" userId="c4b4daea-c3cd-4a1b-ae38-2a74107589dc" providerId="ADAL" clId="{24E17148-E41E-445C-9000-97B1ABFF9695}" dt="2024-03-25T12:43:22.099" v="74" actId="26606"/>
          <ac:spMkLst>
            <pc:docMk/>
            <pc:sldMk cId="71137614" sldId="256"/>
            <ac:spMk id="8" creationId="{57ABABA7-0420-4200-9B65-1C1967CE9373}"/>
          </ac:spMkLst>
        </pc:spChg>
        <pc:spChg chg="add del">
          <ac:chgData name="Mr.Muhammad Zulfiqar Ali" userId="c4b4daea-c3cd-4a1b-ae38-2a74107589dc" providerId="ADAL" clId="{24E17148-E41E-445C-9000-97B1ABFF9695}" dt="2024-03-25T12:42:48.414" v="70" actId="26606"/>
          <ac:spMkLst>
            <pc:docMk/>
            <pc:sldMk cId="71137614" sldId="256"/>
            <ac:spMk id="9" creationId="{4CE9304C-7D47-49AD-9260-6DBF0A5B9A0A}"/>
          </ac:spMkLst>
        </pc:spChg>
        <pc:spChg chg="add del">
          <ac:chgData name="Mr.Muhammad Zulfiqar Ali" userId="c4b4daea-c3cd-4a1b-ae38-2a74107589dc" providerId="ADAL" clId="{24E17148-E41E-445C-9000-97B1ABFF9695}" dt="2024-03-25T12:43:22.099" v="74" actId="26606"/>
          <ac:spMkLst>
            <pc:docMk/>
            <pc:sldMk cId="71137614" sldId="256"/>
            <ac:spMk id="10" creationId="{A317EBE3-FF86-4DA1-BC9A-331F7F2144E9}"/>
          </ac:spMkLst>
        </pc:spChg>
        <pc:spChg chg="add del">
          <ac:chgData name="Mr.Muhammad Zulfiqar Ali" userId="c4b4daea-c3cd-4a1b-ae38-2a74107589dc" providerId="ADAL" clId="{24E17148-E41E-445C-9000-97B1ABFF9695}" dt="2024-03-25T12:42:48.414" v="70" actId="26606"/>
          <ac:spMkLst>
            <pc:docMk/>
            <pc:sldMk cId="71137614" sldId="256"/>
            <ac:spMk id="11" creationId="{9DEDD006-D91C-4989-B39C-EEEA43F868FF}"/>
          </ac:spMkLst>
        </pc:spChg>
        <pc:spChg chg="add del">
          <ac:chgData name="Mr.Muhammad Zulfiqar Ali" userId="c4b4daea-c3cd-4a1b-ae38-2a74107589dc" providerId="ADAL" clId="{24E17148-E41E-445C-9000-97B1ABFF9695}" dt="2024-03-25T12:42:48.414" v="70" actId="26606"/>
          <ac:spMkLst>
            <pc:docMk/>
            <pc:sldMk cId="71137614" sldId="256"/>
            <ac:spMk id="13" creationId="{35EF7FFE-55CC-444E-A630-F40A5C9C5C8B}"/>
          </ac:spMkLst>
        </pc:spChg>
        <pc:spChg chg="add del">
          <ac:chgData name="Mr.Muhammad Zulfiqar Ali" userId="c4b4daea-c3cd-4a1b-ae38-2a74107589dc" providerId="ADAL" clId="{24E17148-E41E-445C-9000-97B1ABFF9695}" dt="2024-03-25T12:43:14.439" v="72" actId="26606"/>
          <ac:spMkLst>
            <pc:docMk/>
            <pc:sldMk cId="71137614" sldId="256"/>
            <ac:spMk id="24" creationId="{1FF9CEF5-A50D-4B8B-9852-D76F7037867E}"/>
          </ac:spMkLst>
        </pc:spChg>
        <pc:spChg chg="add del">
          <ac:chgData name="Mr.Muhammad Zulfiqar Ali" userId="c4b4daea-c3cd-4a1b-ae38-2a74107589dc" providerId="ADAL" clId="{24E17148-E41E-445C-9000-97B1ABFF9695}" dt="2024-03-25T12:43:14.439" v="72" actId="26606"/>
          <ac:spMkLst>
            <pc:docMk/>
            <pc:sldMk cId="71137614" sldId="256"/>
            <ac:spMk id="25" creationId="{30684D86-C9D1-40C3-A9B6-EC935C7312E3}"/>
          </ac:spMkLst>
        </pc:spChg>
        <pc:spChg chg="add del">
          <ac:chgData name="Mr.Muhammad Zulfiqar Ali" userId="c4b4daea-c3cd-4a1b-ae38-2a74107589dc" providerId="ADAL" clId="{24E17148-E41E-445C-9000-97B1ABFF9695}" dt="2024-03-25T12:43:14.439" v="72" actId="26606"/>
          <ac:spMkLst>
            <pc:docMk/>
            <pc:sldMk cId="71137614" sldId="256"/>
            <ac:spMk id="27" creationId="{1EDF7896-F56A-49DA-90F3-F5CE8B9833AD}"/>
          </ac:spMkLst>
        </pc:spChg>
        <pc:spChg chg="add del">
          <ac:chgData name="Mr.Muhammad Zulfiqar Ali" userId="c4b4daea-c3cd-4a1b-ae38-2a74107589dc" providerId="ADAL" clId="{24E17148-E41E-445C-9000-97B1ABFF9695}" dt="2024-03-25T13:08:41.706" v="423" actId="26606"/>
          <ac:spMkLst>
            <pc:docMk/>
            <pc:sldMk cId="71137614" sldId="256"/>
            <ac:spMk id="46" creationId="{1FF9CEF5-A50D-4B8B-9852-D76F7037867E}"/>
          </ac:spMkLst>
        </pc:spChg>
        <pc:spChg chg="add del">
          <ac:chgData name="Mr.Muhammad Zulfiqar Ali" userId="c4b4daea-c3cd-4a1b-ae38-2a74107589dc" providerId="ADAL" clId="{24E17148-E41E-445C-9000-97B1ABFF9695}" dt="2024-03-25T13:08:41.706" v="423" actId="26606"/>
          <ac:spMkLst>
            <pc:docMk/>
            <pc:sldMk cId="71137614" sldId="256"/>
            <ac:spMk id="48" creationId="{30684D86-C9D1-40C3-A9B6-EC935C7312E3}"/>
          </ac:spMkLst>
        </pc:spChg>
        <pc:spChg chg="add del">
          <ac:chgData name="Mr.Muhammad Zulfiqar Ali" userId="c4b4daea-c3cd-4a1b-ae38-2a74107589dc" providerId="ADAL" clId="{24E17148-E41E-445C-9000-97B1ABFF9695}" dt="2024-03-25T13:08:41.706" v="423" actId="26606"/>
          <ac:spMkLst>
            <pc:docMk/>
            <pc:sldMk cId="71137614" sldId="256"/>
            <ac:spMk id="49" creationId="{1EDF7896-F56A-49DA-90F3-F5CE8B9833AD}"/>
          </ac:spMkLst>
        </pc:spChg>
        <pc:spChg chg="add">
          <ac:chgData name="Mr.Muhammad Zulfiqar Ali" userId="c4b4daea-c3cd-4a1b-ae38-2a74107589dc" providerId="ADAL" clId="{24E17148-E41E-445C-9000-97B1ABFF9695}" dt="2024-03-25T13:08:41.706" v="423" actId="26606"/>
          <ac:spMkLst>
            <pc:docMk/>
            <pc:sldMk cId="71137614" sldId="256"/>
            <ac:spMk id="54" creationId="{6D356F1A-690D-401E-8CF3-E4686CDFEC30}"/>
          </ac:spMkLst>
        </pc:spChg>
        <pc:spChg chg="add">
          <ac:chgData name="Mr.Muhammad Zulfiqar Ali" userId="c4b4daea-c3cd-4a1b-ae38-2a74107589dc" providerId="ADAL" clId="{24E17148-E41E-445C-9000-97B1ABFF9695}" dt="2024-03-25T13:08:41.706" v="423" actId="26606"/>
          <ac:spMkLst>
            <pc:docMk/>
            <pc:sldMk cId="71137614" sldId="256"/>
            <ac:spMk id="84" creationId="{8841A10E-0F0E-4596-8888-870D709254A7}"/>
          </ac:spMkLst>
        </pc:spChg>
        <pc:spChg chg="add">
          <ac:chgData name="Mr.Muhammad Zulfiqar Ali" userId="c4b4daea-c3cd-4a1b-ae38-2a74107589dc" providerId="ADAL" clId="{24E17148-E41E-445C-9000-97B1ABFF9695}" dt="2024-03-25T13:08:41.706" v="423" actId="26606"/>
          <ac:spMkLst>
            <pc:docMk/>
            <pc:sldMk cId="71137614" sldId="256"/>
            <ac:spMk id="86" creationId="{29B1E55C-E51F-4093-A2A8-137C3E9014D7}"/>
          </ac:spMkLst>
        </pc:spChg>
        <pc:grpChg chg="add del">
          <ac:chgData name="Mr.Muhammad Zulfiqar Ali" userId="c4b4daea-c3cd-4a1b-ae38-2a74107589dc" providerId="ADAL" clId="{24E17148-E41E-445C-9000-97B1ABFF9695}" dt="2024-03-25T12:43:14.439" v="72" actId="26606"/>
          <ac:grpSpMkLst>
            <pc:docMk/>
            <pc:sldMk cId="71137614" sldId="256"/>
            <ac:grpSpMk id="28" creationId="{065753F1-EEE2-45ED-88A1-ECB4A495D0AD}"/>
          </ac:grpSpMkLst>
        </pc:grpChg>
        <pc:grpChg chg="add del">
          <ac:chgData name="Mr.Muhammad Zulfiqar Ali" userId="c4b4daea-c3cd-4a1b-ae38-2a74107589dc" providerId="ADAL" clId="{24E17148-E41E-445C-9000-97B1ABFF9695}" dt="2024-03-25T12:43:22.099" v="74" actId="26606"/>
          <ac:grpSpMkLst>
            <pc:docMk/>
            <pc:sldMk cId="71137614" sldId="256"/>
            <ac:grpSpMk id="31" creationId="{7A03E380-9CD1-4ABA-A763-9F9D252B8908}"/>
          </ac:grpSpMkLst>
        </pc:grpChg>
        <pc:grpChg chg="add">
          <ac:chgData name="Mr.Muhammad Zulfiqar Ali" userId="c4b4daea-c3cd-4a1b-ae38-2a74107589dc" providerId="ADAL" clId="{24E17148-E41E-445C-9000-97B1ABFF9695}" dt="2024-03-25T13:08:41.706" v="423" actId="26606"/>
          <ac:grpSpMkLst>
            <pc:docMk/>
            <pc:sldMk cId="71137614" sldId="256"/>
            <ac:grpSpMk id="56" creationId="{F398A7BA-9279-4363-9D59-238782AB6BB5}"/>
          </ac:grpSpMkLst>
        </pc:grpChg>
        <pc:grpChg chg="add">
          <ac:chgData name="Mr.Muhammad Zulfiqar Ali" userId="c4b4daea-c3cd-4a1b-ae38-2a74107589dc" providerId="ADAL" clId="{24E17148-E41E-445C-9000-97B1ABFF9695}" dt="2024-03-25T13:08:41.706" v="423" actId="26606"/>
          <ac:grpSpMkLst>
            <pc:docMk/>
            <pc:sldMk cId="71137614" sldId="256"/>
            <ac:grpSpMk id="70" creationId="{3B88DAD3-AF6F-4D6C-8512-7239A69A40DD}"/>
          </ac:grpSpMkLst>
        </pc:grpChg>
        <pc:picChg chg="add del">
          <ac:chgData name="Mr.Muhammad Zulfiqar Ali" userId="c4b4daea-c3cd-4a1b-ae38-2a74107589dc" providerId="ADAL" clId="{24E17148-E41E-445C-9000-97B1ABFF9695}" dt="2024-03-25T12:42:48.414" v="70" actId="26606"/>
          <ac:picMkLst>
            <pc:docMk/>
            <pc:sldMk cId="71137614" sldId="256"/>
            <ac:picMk id="5" creationId="{46324B4C-E4F3-AF7E-2938-86AD6599370E}"/>
          </ac:picMkLst>
        </pc:picChg>
        <pc:picChg chg="add del">
          <ac:chgData name="Mr.Muhammad Zulfiqar Ali" userId="c4b4daea-c3cd-4a1b-ae38-2a74107589dc" providerId="ADAL" clId="{24E17148-E41E-445C-9000-97B1ABFF9695}" dt="2024-03-25T12:43:14.439" v="72" actId="26606"/>
          <ac:picMkLst>
            <pc:docMk/>
            <pc:sldMk cId="71137614" sldId="256"/>
            <ac:picMk id="26" creationId="{997F9F48-2D70-DD40-6A1B-D80C71E47368}"/>
          </ac:picMkLst>
        </pc:picChg>
        <pc:picChg chg="add mod ord">
          <ac:chgData name="Mr.Muhammad Zulfiqar Ali" userId="c4b4daea-c3cd-4a1b-ae38-2a74107589dc" providerId="ADAL" clId="{24E17148-E41E-445C-9000-97B1ABFF9695}" dt="2024-03-25T13:08:41.706" v="423" actId="26606"/>
          <ac:picMkLst>
            <pc:docMk/>
            <pc:sldMk cId="71137614" sldId="256"/>
            <ac:picMk id="47" creationId="{BD5BBA5A-F0F6-9007-879F-98353316FC4A}"/>
          </ac:picMkLst>
        </pc:picChg>
        <pc:cxnChg chg="add del">
          <ac:chgData name="Mr.Muhammad Zulfiqar Ali" userId="c4b4daea-c3cd-4a1b-ae38-2a74107589dc" providerId="ADAL" clId="{24E17148-E41E-445C-9000-97B1ABFF9695}" dt="2024-03-25T12:43:22.099" v="74" actId="26606"/>
          <ac:cxnSpMkLst>
            <pc:docMk/>
            <pc:sldMk cId="71137614" sldId="256"/>
            <ac:cxnSpMk id="44" creationId="{34D43EC1-35FA-4FC3-8526-F655CEB09D9C}"/>
          </ac:cxnSpMkLst>
        </pc:cxnChg>
      </pc:sldChg>
      <pc:sldChg chg="addSp modSp mod setBg">
        <pc:chgData name="Mr.Muhammad Zulfiqar Ali" userId="c4b4daea-c3cd-4a1b-ae38-2a74107589dc" providerId="ADAL" clId="{24E17148-E41E-445C-9000-97B1ABFF9695}" dt="2024-03-25T12:57:57.624" v="244" actId="14100"/>
        <pc:sldMkLst>
          <pc:docMk/>
          <pc:sldMk cId="4209097686" sldId="257"/>
        </pc:sldMkLst>
        <pc:spChg chg="mod">
          <ac:chgData name="Mr.Muhammad Zulfiqar Ali" userId="c4b4daea-c3cd-4a1b-ae38-2a74107589dc" providerId="ADAL" clId="{24E17148-E41E-445C-9000-97B1ABFF9695}" dt="2024-03-25T12:57:19.373" v="237" actId="27636"/>
          <ac:spMkLst>
            <pc:docMk/>
            <pc:sldMk cId="4209097686" sldId="257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24E17148-E41E-445C-9000-97B1ABFF9695}" dt="2024-03-25T12:57:57.624" v="244" actId="14100"/>
          <ac:spMkLst>
            <pc:docMk/>
            <pc:sldMk cId="4209097686" sldId="257"/>
            <ac:spMk id="3" creationId="{00000000-0000-0000-0000-000000000000}"/>
          </ac:spMkLst>
        </pc:spChg>
        <pc:spChg chg="add">
          <ac:chgData name="Mr.Muhammad Zulfiqar Ali" userId="c4b4daea-c3cd-4a1b-ae38-2a74107589dc" providerId="ADAL" clId="{24E17148-E41E-445C-9000-97B1ABFF9695}" dt="2024-03-25T12:56:31.785" v="227" actId="26606"/>
          <ac:spMkLst>
            <pc:docMk/>
            <pc:sldMk cId="4209097686" sldId="257"/>
            <ac:spMk id="9" creationId="{1A44C337-3893-4B29-A265-B1329150B6AA}"/>
          </ac:spMkLst>
        </pc:spChg>
        <pc:spChg chg="add">
          <ac:chgData name="Mr.Muhammad Zulfiqar Ali" userId="c4b4daea-c3cd-4a1b-ae38-2a74107589dc" providerId="ADAL" clId="{24E17148-E41E-445C-9000-97B1ABFF9695}" dt="2024-03-25T12:56:31.785" v="227" actId="26606"/>
          <ac:spMkLst>
            <pc:docMk/>
            <pc:sldMk cId="4209097686" sldId="257"/>
            <ac:spMk id="39" creationId="{AA5CD610-ED7C-4CED-A9A1-174432C88AF8}"/>
          </ac:spMkLst>
        </pc:spChg>
        <pc:spChg chg="add">
          <ac:chgData name="Mr.Muhammad Zulfiqar Ali" userId="c4b4daea-c3cd-4a1b-ae38-2a74107589dc" providerId="ADAL" clId="{24E17148-E41E-445C-9000-97B1ABFF9695}" dt="2024-03-25T12:56:31.785" v="227" actId="26606"/>
          <ac:spMkLst>
            <pc:docMk/>
            <pc:sldMk cId="4209097686" sldId="257"/>
            <ac:spMk id="41" creationId="{0C4379BF-8C7A-480A-BC36-DA55D92A9356}"/>
          </ac:spMkLst>
        </pc:spChg>
        <pc:grpChg chg="add">
          <ac:chgData name="Mr.Muhammad Zulfiqar Ali" userId="c4b4daea-c3cd-4a1b-ae38-2a74107589dc" providerId="ADAL" clId="{24E17148-E41E-445C-9000-97B1ABFF9695}" dt="2024-03-25T12:56:31.785" v="227" actId="26606"/>
          <ac:grpSpMkLst>
            <pc:docMk/>
            <pc:sldMk cId="4209097686" sldId="257"/>
            <ac:grpSpMk id="11" creationId="{81E0B358-1267-4844-8B3D-B7A279B4175A}"/>
          </ac:grpSpMkLst>
        </pc:grpChg>
        <pc:grpChg chg="add">
          <ac:chgData name="Mr.Muhammad Zulfiqar Ali" userId="c4b4daea-c3cd-4a1b-ae38-2a74107589dc" providerId="ADAL" clId="{24E17148-E41E-445C-9000-97B1ABFF9695}" dt="2024-03-25T12:56:31.785" v="227" actId="26606"/>
          <ac:grpSpMkLst>
            <pc:docMk/>
            <pc:sldMk cId="4209097686" sldId="257"/>
            <ac:grpSpMk id="25" creationId="{AF44CA9C-80E8-44E1-A79C-D6EBFC73BCA0}"/>
          </ac:grpSpMkLst>
        </pc:grpChg>
        <pc:picChg chg="add mod">
          <ac:chgData name="Mr.Muhammad Zulfiqar Ali" userId="c4b4daea-c3cd-4a1b-ae38-2a74107589dc" providerId="ADAL" clId="{24E17148-E41E-445C-9000-97B1ABFF9695}" dt="2024-03-25T12:56:45.990" v="229" actId="14100"/>
          <ac:picMkLst>
            <pc:docMk/>
            <pc:sldMk cId="4209097686" sldId="257"/>
            <ac:picMk id="5" creationId="{5D74D2B9-C050-A6F4-D298-1A0312B98FAA}"/>
          </ac:picMkLst>
        </pc:picChg>
      </pc:sldChg>
      <pc:sldChg chg="addSp modSp mod setBg">
        <pc:chgData name="Mr.Muhammad Zulfiqar Ali" userId="c4b4daea-c3cd-4a1b-ae38-2a74107589dc" providerId="ADAL" clId="{24E17148-E41E-445C-9000-97B1ABFF9695}" dt="2024-03-26T08:22:07.074" v="457" actId="20577"/>
        <pc:sldMkLst>
          <pc:docMk/>
          <pc:sldMk cId="302147082" sldId="261"/>
        </pc:sldMkLst>
        <pc:spChg chg="mod">
          <ac:chgData name="Mr.Muhammad Zulfiqar Ali" userId="c4b4daea-c3cd-4a1b-ae38-2a74107589dc" providerId="ADAL" clId="{24E17148-E41E-445C-9000-97B1ABFF9695}" dt="2024-03-25T12:43:55.168" v="78" actId="26606"/>
          <ac:spMkLst>
            <pc:docMk/>
            <pc:sldMk cId="302147082" sldId="261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24E17148-E41E-445C-9000-97B1ABFF9695}" dt="2024-03-26T08:22:07.074" v="457" actId="20577"/>
          <ac:spMkLst>
            <pc:docMk/>
            <pc:sldMk cId="302147082" sldId="261"/>
            <ac:spMk id="3" creationId="{00000000-0000-0000-0000-000000000000}"/>
          </ac:spMkLst>
        </pc:spChg>
        <pc:spChg chg="add">
          <ac:chgData name="Mr.Muhammad Zulfiqar Ali" userId="c4b4daea-c3cd-4a1b-ae38-2a74107589dc" providerId="ADAL" clId="{24E17148-E41E-445C-9000-97B1ABFF9695}" dt="2024-03-25T12:43:55.168" v="78" actId="26606"/>
          <ac:spMkLst>
            <pc:docMk/>
            <pc:sldMk cId="302147082" sldId="261"/>
            <ac:spMk id="36" creationId="{CE6C63DC-BAE4-42B6-8FDF-F6467C2D23AC}"/>
          </ac:spMkLst>
        </pc:spChg>
        <pc:spChg chg="add">
          <ac:chgData name="Mr.Muhammad Zulfiqar Ali" userId="c4b4daea-c3cd-4a1b-ae38-2a74107589dc" providerId="ADAL" clId="{24E17148-E41E-445C-9000-97B1ABFF9695}" dt="2024-03-25T12:43:55.168" v="78" actId="26606"/>
          <ac:spMkLst>
            <pc:docMk/>
            <pc:sldMk cId="302147082" sldId="261"/>
            <ac:spMk id="38" creationId="{BFE4781A-41C7-4F27-8792-A74EFB8E5CF1}"/>
          </ac:spMkLst>
        </pc:spChg>
        <pc:spChg chg="add">
          <ac:chgData name="Mr.Muhammad Zulfiqar Ali" userId="c4b4daea-c3cd-4a1b-ae38-2a74107589dc" providerId="ADAL" clId="{24E17148-E41E-445C-9000-97B1ABFF9695}" dt="2024-03-25T12:43:55.168" v="78" actId="26606"/>
          <ac:spMkLst>
            <pc:docMk/>
            <pc:sldMk cId="302147082" sldId="261"/>
            <ac:spMk id="40" creationId="{0A46F010-D160-4609-8979-FFD8C1EA6C43}"/>
          </ac:spMkLst>
        </pc:spChg>
        <pc:spChg chg="add">
          <ac:chgData name="Mr.Muhammad Zulfiqar Ali" userId="c4b4daea-c3cd-4a1b-ae38-2a74107589dc" providerId="ADAL" clId="{24E17148-E41E-445C-9000-97B1ABFF9695}" dt="2024-03-25T12:43:55.168" v="78" actId="26606"/>
          <ac:spMkLst>
            <pc:docMk/>
            <pc:sldMk cId="302147082" sldId="261"/>
            <ac:spMk id="42" creationId="{81B8C4F6-C3AC-4C94-8EC7-E4F7B7E9CDB6}"/>
          </ac:spMkLst>
        </pc:spChg>
        <pc:spChg chg="add">
          <ac:chgData name="Mr.Muhammad Zulfiqar Ali" userId="c4b4daea-c3cd-4a1b-ae38-2a74107589dc" providerId="ADAL" clId="{24E17148-E41E-445C-9000-97B1ABFF9695}" dt="2024-03-25T12:43:55.168" v="78" actId="26606"/>
          <ac:spMkLst>
            <pc:docMk/>
            <pc:sldMk cId="302147082" sldId="261"/>
            <ac:spMk id="72" creationId="{91328346-8BAD-4616-B50B-5CFDA5648D6A}"/>
          </ac:spMkLst>
        </pc:spChg>
        <pc:grpChg chg="add">
          <ac:chgData name="Mr.Muhammad Zulfiqar Ali" userId="c4b4daea-c3cd-4a1b-ae38-2a74107589dc" providerId="ADAL" clId="{24E17148-E41E-445C-9000-97B1ABFF9695}" dt="2024-03-25T12:43:55.168" v="78" actId="26606"/>
          <ac:grpSpMkLst>
            <pc:docMk/>
            <pc:sldMk cId="302147082" sldId="261"/>
            <ac:grpSpMk id="8" creationId="{8CD25866-F15D-40A4-AEC5-47C044637AB7}"/>
          </ac:grpSpMkLst>
        </pc:grpChg>
        <pc:grpChg chg="add">
          <ac:chgData name="Mr.Muhammad Zulfiqar Ali" userId="c4b4daea-c3cd-4a1b-ae38-2a74107589dc" providerId="ADAL" clId="{24E17148-E41E-445C-9000-97B1ABFF9695}" dt="2024-03-25T12:43:55.168" v="78" actId="26606"/>
          <ac:grpSpMkLst>
            <pc:docMk/>
            <pc:sldMk cId="302147082" sldId="261"/>
            <ac:grpSpMk id="22" creationId="{0C4A17ED-96AA-44A6-A050-E1A7A1CDD9E7}"/>
          </ac:grpSpMkLst>
        </pc:grpChg>
        <pc:grpChg chg="add">
          <ac:chgData name="Mr.Muhammad Zulfiqar Ali" userId="c4b4daea-c3cd-4a1b-ae38-2a74107589dc" providerId="ADAL" clId="{24E17148-E41E-445C-9000-97B1ABFF9695}" dt="2024-03-25T12:43:55.168" v="78" actId="26606"/>
          <ac:grpSpMkLst>
            <pc:docMk/>
            <pc:sldMk cId="302147082" sldId="261"/>
            <ac:grpSpMk id="44" creationId="{0B789310-9859-4942-98C8-3D2F12AAAE73}"/>
          </ac:grpSpMkLst>
        </pc:grpChg>
        <pc:grpChg chg="add">
          <ac:chgData name="Mr.Muhammad Zulfiqar Ali" userId="c4b4daea-c3cd-4a1b-ae38-2a74107589dc" providerId="ADAL" clId="{24E17148-E41E-445C-9000-97B1ABFF9695}" dt="2024-03-25T12:43:55.168" v="78" actId="26606"/>
          <ac:grpSpMkLst>
            <pc:docMk/>
            <pc:sldMk cId="302147082" sldId="261"/>
            <ac:grpSpMk id="58" creationId="{6F1CEC7A-E419-4950-AA57-B00546C29CAF}"/>
          </ac:grpSpMkLst>
        </pc:grpChg>
      </pc:sldChg>
      <pc:sldChg chg="modSp mod">
        <pc:chgData name="Mr.Muhammad Zulfiqar Ali" userId="c4b4daea-c3cd-4a1b-ae38-2a74107589dc" providerId="ADAL" clId="{24E17148-E41E-445C-9000-97B1ABFF9695}" dt="2024-03-25T13:06:50.537" v="422" actId="1076"/>
        <pc:sldMkLst>
          <pc:docMk/>
          <pc:sldMk cId="2342004747" sldId="275"/>
        </pc:sldMkLst>
        <pc:spChg chg="mod">
          <ac:chgData name="Mr.Muhammad Zulfiqar Ali" userId="c4b4daea-c3cd-4a1b-ae38-2a74107589dc" providerId="ADAL" clId="{24E17148-E41E-445C-9000-97B1ABFF9695}" dt="2024-03-25T13:06:50.537" v="422" actId="1076"/>
          <ac:spMkLst>
            <pc:docMk/>
            <pc:sldMk cId="2342004747" sldId="275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24E17148-E41E-445C-9000-97B1ABFF9695}" dt="2024-03-25T13:06:28.345" v="418" actId="20577"/>
          <ac:spMkLst>
            <pc:docMk/>
            <pc:sldMk cId="2342004747" sldId="275"/>
            <ac:spMk id="3" creationId="{00000000-0000-0000-0000-000000000000}"/>
          </ac:spMkLst>
        </pc:spChg>
      </pc:sldChg>
      <pc:sldChg chg="addSp delSp modSp mod setBg">
        <pc:chgData name="Mr.Muhammad Zulfiqar Ali" userId="c4b4daea-c3cd-4a1b-ae38-2a74107589dc" providerId="ADAL" clId="{24E17148-E41E-445C-9000-97B1ABFF9695}" dt="2024-03-25T12:47:22.574" v="101" actId="207"/>
        <pc:sldMkLst>
          <pc:docMk/>
          <pc:sldMk cId="3747322987" sldId="291"/>
        </pc:sldMkLst>
        <pc:spChg chg="mod">
          <ac:chgData name="Mr.Muhammad Zulfiqar Ali" userId="c4b4daea-c3cd-4a1b-ae38-2a74107589dc" providerId="ADAL" clId="{24E17148-E41E-445C-9000-97B1ABFF9695}" dt="2024-03-25T12:46:54.562" v="96" actId="26606"/>
          <ac:spMkLst>
            <pc:docMk/>
            <pc:sldMk cId="3747322987" sldId="291"/>
            <ac:spMk id="2" creationId="{00000000-0000-0000-0000-000000000000}"/>
          </ac:spMkLst>
        </pc:spChg>
        <pc:spChg chg="del">
          <ac:chgData name="Mr.Muhammad Zulfiqar Ali" userId="c4b4daea-c3cd-4a1b-ae38-2a74107589dc" providerId="ADAL" clId="{24E17148-E41E-445C-9000-97B1ABFF9695}" dt="2024-03-25T12:46:54.562" v="96" actId="26606"/>
          <ac:spMkLst>
            <pc:docMk/>
            <pc:sldMk cId="3747322987" sldId="291"/>
            <ac:spMk id="3" creationId="{00000000-0000-0000-0000-000000000000}"/>
          </ac:spMkLst>
        </pc:spChg>
        <pc:spChg chg="add">
          <ac:chgData name="Mr.Muhammad Zulfiqar Ali" userId="c4b4daea-c3cd-4a1b-ae38-2a74107589dc" providerId="ADAL" clId="{24E17148-E41E-445C-9000-97B1ABFF9695}" dt="2024-03-25T12:46:54.562" v="96" actId="26606"/>
          <ac:spMkLst>
            <pc:docMk/>
            <pc:sldMk cId="3747322987" sldId="291"/>
            <ac:spMk id="9" creationId="{F966DD2F-FBF5-41CE-A3F4-565352D95DC3}"/>
          </ac:spMkLst>
        </pc:spChg>
        <pc:spChg chg="add">
          <ac:chgData name="Mr.Muhammad Zulfiqar Ali" userId="c4b4daea-c3cd-4a1b-ae38-2a74107589dc" providerId="ADAL" clId="{24E17148-E41E-445C-9000-97B1ABFF9695}" dt="2024-03-25T12:46:54.562" v="96" actId="26606"/>
          <ac:spMkLst>
            <pc:docMk/>
            <pc:sldMk cId="3747322987" sldId="291"/>
            <ac:spMk id="11" creationId="{F46FCE2B-F2D2-466E-B0AA-8E341DB4981E}"/>
          </ac:spMkLst>
        </pc:spChg>
        <pc:spChg chg="add">
          <ac:chgData name="Mr.Muhammad Zulfiqar Ali" userId="c4b4daea-c3cd-4a1b-ae38-2a74107589dc" providerId="ADAL" clId="{24E17148-E41E-445C-9000-97B1ABFF9695}" dt="2024-03-25T12:46:54.562" v="96" actId="26606"/>
          <ac:spMkLst>
            <pc:docMk/>
            <pc:sldMk cId="3747322987" sldId="291"/>
            <ac:spMk id="13" creationId="{2BD31C98-199A-4722-A1A5-4393A43E740B}"/>
          </ac:spMkLst>
        </pc:spChg>
        <pc:graphicFrameChg chg="add mod modGraphic">
          <ac:chgData name="Mr.Muhammad Zulfiqar Ali" userId="c4b4daea-c3cd-4a1b-ae38-2a74107589dc" providerId="ADAL" clId="{24E17148-E41E-445C-9000-97B1ABFF9695}" dt="2024-03-25T12:47:22.574" v="101" actId="207"/>
          <ac:graphicFrameMkLst>
            <pc:docMk/>
            <pc:sldMk cId="3747322987" sldId="291"/>
            <ac:graphicFrameMk id="5" creationId="{A68318E8-C788-0A1E-BF87-BDC9D2CF9D2F}"/>
          </ac:graphicFrameMkLst>
        </pc:graphicFrameChg>
      </pc:sldChg>
      <pc:sldChg chg="addSp delSp modSp mod setBg setClrOvrMap">
        <pc:chgData name="Mr.Muhammad Zulfiqar Ali" userId="c4b4daea-c3cd-4a1b-ae38-2a74107589dc" providerId="ADAL" clId="{24E17148-E41E-445C-9000-97B1ABFF9695}" dt="2024-03-25T12:48:18.006" v="112" actId="14100"/>
        <pc:sldMkLst>
          <pc:docMk/>
          <pc:sldMk cId="4231663193" sldId="300"/>
        </pc:sldMkLst>
        <pc:spChg chg="mod">
          <ac:chgData name="Mr.Muhammad Zulfiqar Ali" userId="c4b4daea-c3cd-4a1b-ae38-2a74107589dc" providerId="ADAL" clId="{24E17148-E41E-445C-9000-97B1ABFF9695}" dt="2024-03-25T12:46:41.399" v="95" actId="26606"/>
          <ac:spMkLst>
            <pc:docMk/>
            <pc:sldMk cId="4231663193" sldId="300"/>
            <ac:spMk id="2" creationId="{00000000-0000-0000-0000-000000000000}"/>
          </ac:spMkLst>
        </pc:spChg>
        <pc:spChg chg="mod ord">
          <ac:chgData name="Mr.Muhammad Zulfiqar Ali" userId="c4b4daea-c3cd-4a1b-ae38-2a74107589dc" providerId="ADAL" clId="{24E17148-E41E-445C-9000-97B1ABFF9695}" dt="2024-03-25T12:47:58.835" v="109" actId="1076"/>
          <ac:spMkLst>
            <pc:docMk/>
            <pc:sldMk cId="4231663193" sldId="300"/>
            <ac:spMk id="3" creationId="{00000000-0000-0000-0000-000000000000}"/>
          </ac:spMkLst>
        </pc:spChg>
        <pc:spChg chg="add del">
          <ac:chgData name="Mr.Muhammad Zulfiqar Ali" userId="c4b4daea-c3cd-4a1b-ae38-2a74107589dc" providerId="ADAL" clId="{24E17148-E41E-445C-9000-97B1ABFF9695}" dt="2024-03-25T12:45:32.104" v="90" actId="26606"/>
          <ac:spMkLst>
            <pc:docMk/>
            <pc:sldMk cId="4231663193" sldId="300"/>
            <ac:spMk id="9" creationId="{1A44C337-3893-4B29-A265-B1329150B6AA}"/>
          </ac:spMkLst>
        </pc:spChg>
        <pc:spChg chg="add del">
          <ac:chgData name="Mr.Muhammad Zulfiqar Ali" userId="c4b4daea-c3cd-4a1b-ae38-2a74107589dc" providerId="ADAL" clId="{24E17148-E41E-445C-9000-97B1ABFF9695}" dt="2024-03-25T12:46:41.368" v="94" actId="26606"/>
          <ac:spMkLst>
            <pc:docMk/>
            <pc:sldMk cId="4231663193" sldId="300"/>
            <ac:spMk id="13" creationId="{F0254341-1068-4FB7-8AEF-220C6EB4101F}"/>
          </ac:spMkLst>
        </pc:spChg>
        <pc:spChg chg="add del">
          <ac:chgData name="Mr.Muhammad Zulfiqar Ali" userId="c4b4daea-c3cd-4a1b-ae38-2a74107589dc" providerId="ADAL" clId="{24E17148-E41E-445C-9000-97B1ABFF9695}" dt="2024-03-25T12:45:32.104" v="90" actId="26606"/>
          <ac:spMkLst>
            <pc:docMk/>
            <pc:sldMk cId="4231663193" sldId="300"/>
            <ac:spMk id="39" creationId="{AA5CD610-ED7C-4CED-A9A1-174432C88AF8}"/>
          </ac:spMkLst>
        </pc:spChg>
        <pc:spChg chg="add del">
          <ac:chgData name="Mr.Muhammad Zulfiqar Ali" userId="c4b4daea-c3cd-4a1b-ae38-2a74107589dc" providerId="ADAL" clId="{24E17148-E41E-445C-9000-97B1ABFF9695}" dt="2024-03-25T12:45:32.104" v="90" actId="26606"/>
          <ac:spMkLst>
            <pc:docMk/>
            <pc:sldMk cId="4231663193" sldId="300"/>
            <ac:spMk id="41" creationId="{0C4379BF-8C7A-480A-BC36-DA55D92A9356}"/>
          </ac:spMkLst>
        </pc:spChg>
        <pc:spChg chg="add del">
          <ac:chgData name="Mr.Muhammad Zulfiqar Ali" userId="c4b4daea-c3cd-4a1b-ae38-2a74107589dc" providerId="ADAL" clId="{24E17148-E41E-445C-9000-97B1ABFF9695}" dt="2024-03-25T12:45:35.299" v="92" actId="26606"/>
          <ac:spMkLst>
            <pc:docMk/>
            <pc:sldMk cId="4231663193" sldId="300"/>
            <ac:spMk id="43" creationId="{3F4C104D-5F30-4811-9376-566B26E4719A}"/>
          </ac:spMkLst>
        </pc:spChg>
        <pc:spChg chg="add del">
          <ac:chgData name="Mr.Muhammad Zulfiqar Ali" userId="c4b4daea-c3cd-4a1b-ae38-2a74107589dc" providerId="ADAL" clId="{24E17148-E41E-445C-9000-97B1ABFF9695}" dt="2024-03-25T12:45:35.299" v="92" actId="26606"/>
          <ac:spMkLst>
            <pc:docMk/>
            <pc:sldMk cId="4231663193" sldId="300"/>
            <ac:spMk id="44" creationId="{0815E34B-5D02-4E01-A936-E8E1C0AB6F12}"/>
          </ac:spMkLst>
        </pc:spChg>
        <pc:spChg chg="add del">
          <ac:chgData name="Mr.Muhammad Zulfiqar Ali" userId="c4b4daea-c3cd-4a1b-ae38-2a74107589dc" providerId="ADAL" clId="{24E17148-E41E-445C-9000-97B1ABFF9695}" dt="2024-03-25T12:45:35.299" v="92" actId="26606"/>
          <ac:spMkLst>
            <pc:docMk/>
            <pc:sldMk cId="4231663193" sldId="300"/>
            <ac:spMk id="45" creationId="{7DE3414B-B032-4710-A468-D3285E38C5FF}"/>
          </ac:spMkLst>
        </pc:spChg>
        <pc:spChg chg="add del">
          <ac:chgData name="Mr.Muhammad Zulfiqar Ali" userId="c4b4daea-c3cd-4a1b-ae38-2a74107589dc" providerId="ADAL" clId="{24E17148-E41E-445C-9000-97B1ABFF9695}" dt="2024-03-25T12:46:41.368" v="94" actId="26606"/>
          <ac:spMkLst>
            <pc:docMk/>
            <pc:sldMk cId="4231663193" sldId="300"/>
            <ac:spMk id="47" creationId="{39EE869B-085D-43B3-AED8-9B065561249F}"/>
          </ac:spMkLst>
        </pc:spChg>
        <pc:spChg chg="add del">
          <ac:chgData name="Mr.Muhammad Zulfiqar Ali" userId="c4b4daea-c3cd-4a1b-ae38-2a74107589dc" providerId="ADAL" clId="{24E17148-E41E-445C-9000-97B1ABFF9695}" dt="2024-03-25T12:46:41.368" v="94" actId="26606"/>
          <ac:spMkLst>
            <pc:docMk/>
            <pc:sldMk cId="4231663193" sldId="300"/>
            <ac:spMk id="48" creationId="{C54E744A-A072-47AF-981A-37186176C2CC}"/>
          </ac:spMkLst>
        </pc:spChg>
        <pc:spChg chg="add">
          <ac:chgData name="Mr.Muhammad Zulfiqar Ali" userId="c4b4daea-c3cd-4a1b-ae38-2a74107589dc" providerId="ADAL" clId="{24E17148-E41E-445C-9000-97B1ABFF9695}" dt="2024-03-25T12:46:41.399" v="95" actId="26606"/>
          <ac:spMkLst>
            <pc:docMk/>
            <pc:sldMk cId="4231663193" sldId="300"/>
            <ac:spMk id="50" creationId="{1A44C337-3893-4B29-A265-B1329150B6AA}"/>
          </ac:spMkLst>
        </pc:spChg>
        <pc:spChg chg="add">
          <ac:chgData name="Mr.Muhammad Zulfiqar Ali" userId="c4b4daea-c3cd-4a1b-ae38-2a74107589dc" providerId="ADAL" clId="{24E17148-E41E-445C-9000-97B1ABFF9695}" dt="2024-03-25T12:46:41.399" v="95" actId="26606"/>
          <ac:spMkLst>
            <pc:docMk/>
            <pc:sldMk cId="4231663193" sldId="300"/>
            <ac:spMk id="54" creationId="{AA5CD610-ED7C-4CED-A9A1-174432C88AF8}"/>
          </ac:spMkLst>
        </pc:spChg>
        <pc:spChg chg="add">
          <ac:chgData name="Mr.Muhammad Zulfiqar Ali" userId="c4b4daea-c3cd-4a1b-ae38-2a74107589dc" providerId="ADAL" clId="{24E17148-E41E-445C-9000-97B1ABFF9695}" dt="2024-03-25T12:46:41.399" v="95" actId="26606"/>
          <ac:spMkLst>
            <pc:docMk/>
            <pc:sldMk cId="4231663193" sldId="300"/>
            <ac:spMk id="55" creationId="{0C4379BF-8C7A-480A-BC36-DA55D92A9356}"/>
          </ac:spMkLst>
        </pc:spChg>
        <pc:grpChg chg="add del">
          <ac:chgData name="Mr.Muhammad Zulfiqar Ali" userId="c4b4daea-c3cd-4a1b-ae38-2a74107589dc" providerId="ADAL" clId="{24E17148-E41E-445C-9000-97B1ABFF9695}" dt="2024-03-25T12:45:32.104" v="90" actId="26606"/>
          <ac:grpSpMkLst>
            <pc:docMk/>
            <pc:sldMk cId="4231663193" sldId="300"/>
            <ac:grpSpMk id="11" creationId="{81E0B358-1267-4844-8B3D-B7A279B4175A}"/>
          </ac:grpSpMkLst>
        </pc:grpChg>
        <pc:grpChg chg="add del">
          <ac:chgData name="Mr.Muhammad Zulfiqar Ali" userId="c4b4daea-c3cd-4a1b-ae38-2a74107589dc" providerId="ADAL" clId="{24E17148-E41E-445C-9000-97B1ABFF9695}" dt="2024-03-25T12:45:32.104" v="90" actId="26606"/>
          <ac:grpSpMkLst>
            <pc:docMk/>
            <pc:sldMk cId="4231663193" sldId="300"/>
            <ac:grpSpMk id="25" creationId="{AF44CA9C-80E8-44E1-A79C-D6EBFC73BCA0}"/>
          </ac:grpSpMkLst>
        </pc:grpChg>
        <pc:grpChg chg="add">
          <ac:chgData name="Mr.Muhammad Zulfiqar Ali" userId="c4b4daea-c3cd-4a1b-ae38-2a74107589dc" providerId="ADAL" clId="{24E17148-E41E-445C-9000-97B1ABFF9695}" dt="2024-03-25T12:46:41.399" v="95" actId="26606"/>
          <ac:grpSpMkLst>
            <pc:docMk/>
            <pc:sldMk cId="4231663193" sldId="300"/>
            <ac:grpSpMk id="51" creationId="{81E0B358-1267-4844-8B3D-B7A279B4175A}"/>
          </ac:grpSpMkLst>
        </pc:grpChg>
        <pc:grpChg chg="add">
          <ac:chgData name="Mr.Muhammad Zulfiqar Ali" userId="c4b4daea-c3cd-4a1b-ae38-2a74107589dc" providerId="ADAL" clId="{24E17148-E41E-445C-9000-97B1ABFF9695}" dt="2024-03-25T12:46:41.399" v="95" actId="26606"/>
          <ac:grpSpMkLst>
            <pc:docMk/>
            <pc:sldMk cId="4231663193" sldId="300"/>
            <ac:grpSpMk id="53" creationId="{AF44CA9C-80E8-44E1-A79C-D6EBFC73BCA0}"/>
          </ac:grpSpMkLst>
        </pc:grpChg>
        <pc:picChg chg="mod ord">
          <ac:chgData name="Mr.Muhammad Zulfiqar Ali" userId="c4b4daea-c3cd-4a1b-ae38-2a74107589dc" providerId="ADAL" clId="{24E17148-E41E-445C-9000-97B1ABFF9695}" dt="2024-03-25T12:48:18.006" v="112" actId="14100"/>
          <ac:picMkLst>
            <pc:docMk/>
            <pc:sldMk cId="4231663193" sldId="300"/>
            <ac:picMk id="4" creationId="{00000000-0000-0000-0000-000000000000}"/>
          </ac:picMkLst>
        </pc:picChg>
      </pc:sldChg>
      <pc:sldChg chg="addSp delSp modSp mod setBg">
        <pc:chgData name="Mr.Muhammad Zulfiqar Ali" userId="c4b4daea-c3cd-4a1b-ae38-2a74107589dc" providerId="ADAL" clId="{24E17148-E41E-445C-9000-97B1ABFF9695}" dt="2024-03-25T12:50:56.343" v="158" actId="404"/>
        <pc:sldMkLst>
          <pc:docMk/>
          <pc:sldMk cId="1359209549" sldId="301"/>
        </pc:sldMkLst>
        <pc:spChg chg="mod">
          <ac:chgData name="Mr.Muhammad Zulfiqar Ali" userId="c4b4daea-c3cd-4a1b-ae38-2a74107589dc" providerId="ADAL" clId="{24E17148-E41E-445C-9000-97B1ABFF9695}" dt="2024-03-25T12:48:36.979" v="113" actId="26606"/>
          <ac:spMkLst>
            <pc:docMk/>
            <pc:sldMk cId="1359209549" sldId="301"/>
            <ac:spMk id="2" creationId="{00000000-0000-0000-0000-000000000000}"/>
          </ac:spMkLst>
        </pc:spChg>
        <pc:spChg chg="del">
          <ac:chgData name="Mr.Muhammad Zulfiqar Ali" userId="c4b4daea-c3cd-4a1b-ae38-2a74107589dc" providerId="ADAL" clId="{24E17148-E41E-445C-9000-97B1ABFF9695}" dt="2024-03-25T12:48:36.979" v="113" actId="26606"/>
          <ac:spMkLst>
            <pc:docMk/>
            <pc:sldMk cId="1359209549" sldId="301"/>
            <ac:spMk id="3" creationId="{00000000-0000-0000-0000-000000000000}"/>
          </ac:spMkLst>
        </pc:spChg>
        <pc:spChg chg="add">
          <ac:chgData name="Mr.Muhammad Zulfiqar Ali" userId="c4b4daea-c3cd-4a1b-ae38-2a74107589dc" providerId="ADAL" clId="{24E17148-E41E-445C-9000-97B1ABFF9695}" dt="2024-03-25T12:48:36.979" v="113" actId="26606"/>
          <ac:spMkLst>
            <pc:docMk/>
            <pc:sldMk cId="1359209549" sldId="301"/>
            <ac:spMk id="9" creationId="{F966DD2F-FBF5-41CE-A3F4-565352D95DC3}"/>
          </ac:spMkLst>
        </pc:spChg>
        <pc:spChg chg="add">
          <ac:chgData name="Mr.Muhammad Zulfiqar Ali" userId="c4b4daea-c3cd-4a1b-ae38-2a74107589dc" providerId="ADAL" clId="{24E17148-E41E-445C-9000-97B1ABFF9695}" dt="2024-03-25T12:48:36.979" v="113" actId="26606"/>
          <ac:spMkLst>
            <pc:docMk/>
            <pc:sldMk cId="1359209549" sldId="301"/>
            <ac:spMk id="11" creationId="{F46FCE2B-F2D2-466E-B0AA-8E341DB4981E}"/>
          </ac:spMkLst>
        </pc:spChg>
        <pc:spChg chg="add">
          <ac:chgData name="Mr.Muhammad Zulfiqar Ali" userId="c4b4daea-c3cd-4a1b-ae38-2a74107589dc" providerId="ADAL" clId="{24E17148-E41E-445C-9000-97B1ABFF9695}" dt="2024-03-25T12:48:36.979" v="113" actId="26606"/>
          <ac:spMkLst>
            <pc:docMk/>
            <pc:sldMk cId="1359209549" sldId="301"/>
            <ac:spMk id="13" creationId="{2BD31C98-199A-4722-A1A5-4393A43E740B}"/>
          </ac:spMkLst>
        </pc:spChg>
        <pc:graphicFrameChg chg="add mod modGraphic">
          <ac:chgData name="Mr.Muhammad Zulfiqar Ali" userId="c4b4daea-c3cd-4a1b-ae38-2a74107589dc" providerId="ADAL" clId="{24E17148-E41E-445C-9000-97B1ABFF9695}" dt="2024-03-25T12:50:56.343" v="158" actId="404"/>
          <ac:graphicFrameMkLst>
            <pc:docMk/>
            <pc:sldMk cId="1359209549" sldId="301"/>
            <ac:graphicFrameMk id="5" creationId="{45160BE0-1826-B146-0AAC-08DF96220331}"/>
          </ac:graphicFrameMkLst>
        </pc:graphicFrameChg>
      </pc:sldChg>
      <pc:sldChg chg="addSp delSp modSp mod setBg">
        <pc:chgData name="Mr.Muhammad Zulfiqar Ali" userId="c4b4daea-c3cd-4a1b-ae38-2a74107589dc" providerId="ADAL" clId="{24E17148-E41E-445C-9000-97B1ABFF9695}" dt="2024-03-25T12:52:28.513" v="195" actId="1035"/>
        <pc:sldMkLst>
          <pc:docMk/>
          <pc:sldMk cId="2230756558" sldId="302"/>
        </pc:sldMkLst>
        <pc:spChg chg="mod">
          <ac:chgData name="Mr.Muhammad Zulfiqar Ali" userId="c4b4daea-c3cd-4a1b-ae38-2a74107589dc" providerId="ADAL" clId="{24E17148-E41E-445C-9000-97B1ABFF9695}" dt="2024-03-25T12:51:58.046" v="162" actId="26606"/>
          <ac:spMkLst>
            <pc:docMk/>
            <pc:sldMk cId="2230756558" sldId="302"/>
            <ac:spMk id="2" creationId="{00000000-0000-0000-0000-000000000000}"/>
          </ac:spMkLst>
        </pc:spChg>
        <pc:spChg chg="add del mod">
          <ac:chgData name="Mr.Muhammad Zulfiqar Ali" userId="c4b4daea-c3cd-4a1b-ae38-2a74107589dc" providerId="ADAL" clId="{24E17148-E41E-445C-9000-97B1ABFF9695}" dt="2024-03-25T12:52:28.513" v="195" actId="1035"/>
          <ac:spMkLst>
            <pc:docMk/>
            <pc:sldMk cId="2230756558" sldId="302"/>
            <ac:spMk id="3" creationId="{00000000-0000-0000-0000-000000000000}"/>
          </ac:spMkLst>
        </pc:spChg>
        <pc:spChg chg="add del">
          <ac:chgData name="Mr.Muhammad Zulfiqar Ali" userId="c4b4daea-c3cd-4a1b-ae38-2a74107589dc" providerId="ADAL" clId="{24E17148-E41E-445C-9000-97B1ABFF9695}" dt="2024-03-25T12:51:38.120" v="160" actId="26606"/>
          <ac:spMkLst>
            <pc:docMk/>
            <pc:sldMk cId="2230756558" sldId="302"/>
            <ac:spMk id="9" creationId="{F966DD2F-FBF5-41CE-A3F4-565352D95DC3}"/>
          </ac:spMkLst>
        </pc:spChg>
        <pc:spChg chg="add del">
          <ac:chgData name="Mr.Muhammad Zulfiqar Ali" userId="c4b4daea-c3cd-4a1b-ae38-2a74107589dc" providerId="ADAL" clId="{24E17148-E41E-445C-9000-97B1ABFF9695}" dt="2024-03-25T12:51:38.120" v="160" actId="26606"/>
          <ac:spMkLst>
            <pc:docMk/>
            <pc:sldMk cId="2230756558" sldId="302"/>
            <ac:spMk id="11" creationId="{F46FCE2B-F2D2-466E-B0AA-8E341DB4981E}"/>
          </ac:spMkLst>
        </pc:spChg>
        <pc:spChg chg="add del">
          <ac:chgData name="Mr.Muhammad Zulfiqar Ali" userId="c4b4daea-c3cd-4a1b-ae38-2a74107589dc" providerId="ADAL" clId="{24E17148-E41E-445C-9000-97B1ABFF9695}" dt="2024-03-25T12:51:38.120" v="160" actId="26606"/>
          <ac:spMkLst>
            <pc:docMk/>
            <pc:sldMk cId="2230756558" sldId="302"/>
            <ac:spMk id="13" creationId="{2BD31C98-199A-4722-A1A5-4393A43E740B}"/>
          </ac:spMkLst>
        </pc:spChg>
        <pc:spChg chg="add del">
          <ac:chgData name="Mr.Muhammad Zulfiqar Ali" userId="c4b4daea-c3cd-4a1b-ae38-2a74107589dc" providerId="ADAL" clId="{24E17148-E41E-445C-9000-97B1ABFF9695}" dt="2024-03-25T12:51:58.046" v="162" actId="26606"/>
          <ac:spMkLst>
            <pc:docMk/>
            <pc:sldMk cId="2230756558" sldId="302"/>
            <ac:spMk id="15" creationId="{A3D9AEEE-1CCD-43C0-BA3E-16D60A6E23C0}"/>
          </ac:spMkLst>
        </pc:spChg>
        <pc:spChg chg="add del">
          <ac:chgData name="Mr.Muhammad Zulfiqar Ali" userId="c4b4daea-c3cd-4a1b-ae38-2a74107589dc" providerId="ADAL" clId="{24E17148-E41E-445C-9000-97B1ABFF9695}" dt="2024-03-25T12:51:58.046" v="162" actId="26606"/>
          <ac:spMkLst>
            <pc:docMk/>
            <pc:sldMk cId="2230756558" sldId="302"/>
            <ac:spMk id="16" creationId="{60F880A6-33D3-4EEC-A780-B73559B9F24C}"/>
          </ac:spMkLst>
        </pc:spChg>
        <pc:spChg chg="add del">
          <ac:chgData name="Mr.Muhammad Zulfiqar Ali" userId="c4b4daea-c3cd-4a1b-ae38-2a74107589dc" providerId="ADAL" clId="{24E17148-E41E-445C-9000-97B1ABFF9695}" dt="2024-03-25T12:51:58.046" v="162" actId="26606"/>
          <ac:spMkLst>
            <pc:docMk/>
            <pc:sldMk cId="2230756558" sldId="302"/>
            <ac:spMk id="17" creationId="{2C6246ED-0535-4496-A8F6-1E80CC4EB853}"/>
          </ac:spMkLst>
        </pc:spChg>
        <pc:graphicFrameChg chg="add del">
          <ac:chgData name="Mr.Muhammad Zulfiqar Ali" userId="c4b4daea-c3cd-4a1b-ae38-2a74107589dc" providerId="ADAL" clId="{24E17148-E41E-445C-9000-97B1ABFF9695}" dt="2024-03-25T12:51:38.120" v="160" actId="26606"/>
          <ac:graphicFrameMkLst>
            <pc:docMk/>
            <pc:sldMk cId="2230756558" sldId="302"/>
            <ac:graphicFrameMk id="5" creationId="{9379715E-0B8A-BC48-A4BF-C419A73E2EF0}"/>
          </ac:graphicFrameMkLst>
        </pc:graphicFrameChg>
        <pc:graphicFrameChg chg="add del">
          <ac:chgData name="Mr.Muhammad Zulfiqar Ali" userId="c4b4daea-c3cd-4a1b-ae38-2a74107589dc" providerId="ADAL" clId="{24E17148-E41E-445C-9000-97B1ABFF9695}" dt="2024-03-25T12:51:58.046" v="162" actId="26606"/>
          <ac:graphicFrameMkLst>
            <pc:docMk/>
            <pc:sldMk cId="2230756558" sldId="302"/>
            <ac:graphicFrameMk id="18" creationId="{41C471CB-2AD3-80FC-25DC-0C1BDE16908C}"/>
          </ac:graphicFrameMkLst>
        </pc:graphicFrameChg>
      </pc:sldChg>
      <pc:sldChg chg="addSp delSp modSp mod setBg">
        <pc:chgData name="Mr.Muhammad Zulfiqar Ali" userId="c4b4daea-c3cd-4a1b-ae38-2a74107589dc" providerId="ADAL" clId="{24E17148-E41E-445C-9000-97B1ABFF9695}" dt="2024-03-25T12:54:14.839" v="212" actId="1076"/>
        <pc:sldMkLst>
          <pc:docMk/>
          <pc:sldMk cId="2804532468" sldId="303"/>
        </pc:sldMkLst>
        <pc:spChg chg="mod">
          <ac:chgData name="Mr.Muhammad Zulfiqar Ali" userId="c4b4daea-c3cd-4a1b-ae38-2a74107589dc" providerId="ADAL" clId="{24E17148-E41E-445C-9000-97B1ABFF9695}" dt="2024-03-25T12:52:38.745" v="196" actId="26606"/>
          <ac:spMkLst>
            <pc:docMk/>
            <pc:sldMk cId="2804532468" sldId="303"/>
            <ac:spMk id="2" creationId="{00000000-0000-0000-0000-000000000000}"/>
          </ac:spMkLst>
        </pc:spChg>
        <pc:spChg chg="del">
          <ac:chgData name="Mr.Muhammad Zulfiqar Ali" userId="c4b4daea-c3cd-4a1b-ae38-2a74107589dc" providerId="ADAL" clId="{24E17148-E41E-445C-9000-97B1ABFF9695}" dt="2024-03-25T12:52:38.745" v="196" actId="26606"/>
          <ac:spMkLst>
            <pc:docMk/>
            <pc:sldMk cId="2804532468" sldId="303"/>
            <ac:spMk id="3" creationId="{00000000-0000-0000-0000-000000000000}"/>
          </ac:spMkLst>
        </pc:spChg>
        <pc:spChg chg="add">
          <ac:chgData name="Mr.Muhammad Zulfiqar Ali" userId="c4b4daea-c3cd-4a1b-ae38-2a74107589dc" providerId="ADAL" clId="{24E17148-E41E-445C-9000-97B1ABFF9695}" dt="2024-03-25T12:52:38.745" v="196" actId="26606"/>
          <ac:spMkLst>
            <pc:docMk/>
            <pc:sldMk cId="2804532468" sldId="303"/>
            <ac:spMk id="9" creationId="{F966DD2F-FBF5-41CE-A3F4-565352D95DC3}"/>
          </ac:spMkLst>
        </pc:spChg>
        <pc:spChg chg="add">
          <ac:chgData name="Mr.Muhammad Zulfiqar Ali" userId="c4b4daea-c3cd-4a1b-ae38-2a74107589dc" providerId="ADAL" clId="{24E17148-E41E-445C-9000-97B1ABFF9695}" dt="2024-03-25T12:52:38.745" v="196" actId="26606"/>
          <ac:spMkLst>
            <pc:docMk/>
            <pc:sldMk cId="2804532468" sldId="303"/>
            <ac:spMk id="11" creationId="{F46FCE2B-F2D2-466E-B0AA-8E341DB4981E}"/>
          </ac:spMkLst>
        </pc:spChg>
        <pc:spChg chg="add">
          <ac:chgData name="Mr.Muhammad Zulfiqar Ali" userId="c4b4daea-c3cd-4a1b-ae38-2a74107589dc" providerId="ADAL" clId="{24E17148-E41E-445C-9000-97B1ABFF9695}" dt="2024-03-25T12:52:38.745" v="196" actId="26606"/>
          <ac:spMkLst>
            <pc:docMk/>
            <pc:sldMk cId="2804532468" sldId="303"/>
            <ac:spMk id="13" creationId="{2BD31C98-199A-4722-A1A5-4393A43E740B}"/>
          </ac:spMkLst>
        </pc:spChg>
        <pc:graphicFrameChg chg="add mod modGraphic">
          <ac:chgData name="Mr.Muhammad Zulfiqar Ali" userId="c4b4daea-c3cd-4a1b-ae38-2a74107589dc" providerId="ADAL" clId="{24E17148-E41E-445C-9000-97B1ABFF9695}" dt="2024-03-25T12:54:14.839" v="212" actId="1076"/>
          <ac:graphicFrameMkLst>
            <pc:docMk/>
            <pc:sldMk cId="2804532468" sldId="303"/>
            <ac:graphicFrameMk id="5" creationId="{9F6EAF09-5D3C-1AEE-D322-DC24B1ADA508}"/>
          </ac:graphicFrameMkLst>
        </pc:graphicFrameChg>
      </pc:sldChg>
      <pc:sldChg chg="addSp delSp modSp mod setBg">
        <pc:chgData name="Mr.Muhammad Zulfiqar Ali" userId="c4b4daea-c3cd-4a1b-ae38-2a74107589dc" providerId="ADAL" clId="{24E17148-E41E-445C-9000-97B1ABFF9695}" dt="2024-03-25T12:56:09.152" v="226" actId="207"/>
        <pc:sldMkLst>
          <pc:docMk/>
          <pc:sldMk cId="1686211221" sldId="304"/>
        </pc:sldMkLst>
        <pc:spChg chg="mod">
          <ac:chgData name="Mr.Muhammad Zulfiqar Ali" userId="c4b4daea-c3cd-4a1b-ae38-2a74107589dc" providerId="ADAL" clId="{24E17148-E41E-445C-9000-97B1ABFF9695}" dt="2024-03-25T12:54:40.530" v="213" actId="26606"/>
          <ac:spMkLst>
            <pc:docMk/>
            <pc:sldMk cId="1686211221" sldId="304"/>
            <ac:spMk id="2" creationId="{00000000-0000-0000-0000-000000000000}"/>
          </ac:spMkLst>
        </pc:spChg>
        <pc:spChg chg="del">
          <ac:chgData name="Mr.Muhammad Zulfiqar Ali" userId="c4b4daea-c3cd-4a1b-ae38-2a74107589dc" providerId="ADAL" clId="{24E17148-E41E-445C-9000-97B1ABFF9695}" dt="2024-03-25T12:54:40.530" v="213" actId="26606"/>
          <ac:spMkLst>
            <pc:docMk/>
            <pc:sldMk cId="1686211221" sldId="304"/>
            <ac:spMk id="3" creationId="{00000000-0000-0000-0000-000000000000}"/>
          </ac:spMkLst>
        </pc:spChg>
        <pc:spChg chg="add">
          <ac:chgData name="Mr.Muhammad Zulfiqar Ali" userId="c4b4daea-c3cd-4a1b-ae38-2a74107589dc" providerId="ADAL" clId="{24E17148-E41E-445C-9000-97B1ABFF9695}" dt="2024-03-25T12:54:40.530" v="213" actId="26606"/>
          <ac:spMkLst>
            <pc:docMk/>
            <pc:sldMk cId="1686211221" sldId="304"/>
            <ac:spMk id="9" creationId="{A3D9AEEE-1CCD-43C0-BA3E-16D60A6E23C0}"/>
          </ac:spMkLst>
        </pc:spChg>
        <pc:spChg chg="add">
          <ac:chgData name="Mr.Muhammad Zulfiqar Ali" userId="c4b4daea-c3cd-4a1b-ae38-2a74107589dc" providerId="ADAL" clId="{24E17148-E41E-445C-9000-97B1ABFF9695}" dt="2024-03-25T12:54:40.530" v="213" actId="26606"/>
          <ac:spMkLst>
            <pc:docMk/>
            <pc:sldMk cId="1686211221" sldId="304"/>
            <ac:spMk id="11" creationId="{60F880A6-33D3-4EEC-A780-B73559B9F24C}"/>
          </ac:spMkLst>
        </pc:spChg>
        <pc:spChg chg="add">
          <ac:chgData name="Mr.Muhammad Zulfiqar Ali" userId="c4b4daea-c3cd-4a1b-ae38-2a74107589dc" providerId="ADAL" clId="{24E17148-E41E-445C-9000-97B1ABFF9695}" dt="2024-03-25T12:54:40.530" v="213" actId="26606"/>
          <ac:spMkLst>
            <pc:docMk/>
            <pc:sldMk cId="1686211221" sldId="304"/>
            <ac:spMk id="13" creationId="{2C6246ED-0535-4496-A8F6-1E80CC4EB853}"/>
          </ac:spMkLst>
        </pc:spChg>
        <pc:graphicFrameChg chg="add mod modGraphic">
          <ac:chgData name="Mr.Muhammad Zulfiqar Ali" userId="c4b4daea-c3cd-4a1b-ae38-2a74107589dc" providerId="ADAL" clId="{24E17148-E41E-445C-9000-97B1ABFF9695}" dt="2024-03-25T12:56:09.152" v="226" actId="207"/>
          <ac:graphicFrameMkLst>
            <pc:docMk/>
            <pc:sldMk cId="1686211221" sldId="304"/>
            <ac:graphicFrameMk id="5" creationId="{2B1264B9-C42B-5710-1ADF-199C570AD55E}"/>
          </ac:graphicFrameMkLst>
        </pc:graphicFrameChg>
      </pc:sldChg>
      <pc:sldChg chg="modSp mod">
        <pc:chgData name="Mr.Muhammad Zulfiqar Ali" userId="c4b4daea-c3cd-4a1b-ae38-2a74107589dc" providerId="ADAL" clId="{24E17148-E41E-445C-9000-97B1ABFF9695}" dt="2024-03-25T13:06:07.992" v="415" actId="1035"/>
        <pc:sldMkLst>
          <pc:docMk/>
          <pc:sldMk cId="3362014566" sldId="306"/>
        </pc:sldMkLst>
        <pc:spChg chg="mod">
          <ac:chgData name="Mr.Muhammad Zulfiqar Ali" userId="c4b4daea-c3cd-4a1b-ae38-2a74107589dc" providerId="ADAL" clId="{24E17148-E41E-445C-9000-97B1ABFF9695}" dt="2024-03-25T13:05:59.583" v="410" actId="1038"/>
          <ac:spMkLst>
            <pc:docMk/>
            <pc:sldMk cId="3362014566" sldId="306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24E17148-E41E-445C-9000-97B1ABFF9695}" dt="2024-03-25T13:06:07.992" v="415" actId="1035"/>
          <ac:spMkLst>
            <pc:docMk/>
            <pc:sldMk cId="3362014566" sldId="306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24E17148-E41E-445C-9000-97B1ABFF9695}" dt="2024-03-25T12:58:52.448" v="246" actId="207"/>
        <pc:sldMkLst>
          <pc:docMk/>
          <pc:sldMk cId="1291579524" sldId="308"/>
        </pc:sldMkLst>
        <pc:spChg chg="mod">
          <ac:chgData name="Mr.Muhammad Zulfiqar Ali" userId="c4b4daea-c3cd-4a1b-ae38-2a74107589dc" providerId="ADAL" clId="{24E17148-E41E-445C-9000-97B1ABFF9695}" dt="2024-03-25T12:58:52.448" v="246" actId="207"/>
          <ac:spMkLst>
            <pc:docMk/>
            <pc:sldMk cId="1291579524" sldId="308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24E17148-E41E-445C-9000-97B1ABFF9695}" dt="2024-03-25T12:59:51.304" v="257" actId="403"/>
        <pc:sldMkLst>
          <pc:docMk/>
          <pc:sldMk cId="1124646877" sldId="312"/>
        </pc:sldMkLst>
        <pc:spChg chg="mod">
          <ac:chgData name="Mr.Muhammad Zulfiqar Ali" userId="c4b4daea-c3cd-4a1b-ae38-2a74107589dc" providerId="ADAL" clId="{24E17148-E41E-445C-9000-97B1ABFF9695}" dt="2024-03-25T12:59:51.304" v="257" actId="403"/>
          <ac:spMkLst>
            <pc:docMk/>
            <pc:sldMk cId="1124646877" sldId="312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24E17148-E41E-445C-9000-97B1ABFF9695}" dt="2024-03-25T13:03:03.901" v="314" actId="1076"/>
        <pc:sldMkLst>
          <pc:docMk/>
          <pc:sldMk cId="4955213" sldId="313"/>
        </pc:sldMkLst>
        <pc:spChg chg="mod">
          <ac:chgData name="Mr.Muhammad Zulfiqar Ali" userId="c4b4daea-c3cd-4a1b-ae38-2a74107589dc" providerId="ADAL" clId="{24E17148-E41E-445C-9000-97B1ABFF9695}" dt="2024-03-25T13:03:03.901" v="314" actId="1076"/>
          <ac:spMkLst>
            <pc:docMk/>
            <pc:sldMk cId="4955213" sldId="313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24E17148-E41E-445C-9000-97B1ABFF9695}" dt="2024-03-25T13:03:29.142" v="321" actId="27636"/>
        <pc:sldMkLst>
          <pc:docMk/>
          <pc:sldMk cId="4086365782" sldId="314"/>
        </pc:sldMkLst>
        <pc:spChg chg="mod">
          <ac:chgData name="Mr.Muhammad Zulfiqar Ali" userId="c4b4daea-c3cd-4a1b-ae38-2a74107589dc" providerId="ADAL" clId="{24E17148-E41E-445C-9000-97B1ABFF9695}" dt="2024-03-25T13:03:29.142" v="321" actId="27636"/>
          <ac:spMkLst>
            <pc:docMk/>
            <pc:sldMk cId="4086365782" sldId="314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24E17148-E41E-445C-9000-97B1ABFF9695}" dt="2024-03-25T13:03:57.686" v="325" actId="1076"/>
        <pc:sldMkLst>
          <pc:docMk/>
          <pc:sldMk cId="3277610937" sldId="315"/>
        </pc:sldMkLst>
        <pc:spChg chg="mod">
          <ac:chgData name="Mr.Muhammad Zulfiqar Ali" userId="c4b4daea-c3cd-4a1b-ae38-2a74107589dc" providerId="ADAL" clId="{24E17148-E41E-445C-9000-97B1ABFF9695}" dt="2024-03-25T13:03:57.686" v="325" actId="1076"/>
          <ac:spMkLst>
            <pc:docMk/>
            <pc:sldMk cId="3277610937" sldId="315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24E17148-E41E-445C-9000-97B1ABFF9695}" dt="2024-03-25T13:04:30.150" v="340" actId="404"/>
        <pc:sldMkLst>
          <pc:docMk/>
          <pc:sldMk cId="1653063078" sldId="316"/>
        </pc:sldMkLst>
        <pc:spChg chg="mod">
          <ac:chgData name="Mr.Muhammad Zulfiqar Ali" userId="c4b4daea-c3cd-4a1b-ae38-2a74107589dc" providerId="ADAL" clId="{24E17148-E41E-445C-9000-97B1ABFF9695}" dt="2024-03-25T13:04:30.150" v="340" actId="404"/>
          <ac:spMkLst>
            <pc:docMk/>
            <pc:sldMk cId="1653063078" sldId="316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24E17148-E41E-445C-9000-97B1ABFF9695}" dt="2024-03-25T13:05:10.557" v="361" actId="1037"/>
        <pc:sldMkLst>
          <pc:docMk/>
          <pc:sldMk cId="289613796" sldId="317"/>
        </pc:sldMkLst>
        <pc:spChg chg="mod">
          <ac:chgData name="Mr.Muhammad Zulfiqar Ali" userId="c4b4daea-c3cd-4a1b-ae38-2a74107589dc" providerId="ADAL" clId="{24E17148-E41E-445C-9000-97B1ABFF9695}" dt="2024-03-25T13:05:10.557" v="361" actId="1037"/>
          <ac:spMkLst>
            <pc:docMk/>
            <pc:sldMk cId="289613796" sldId="317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24E17148-E41E-445C-9000-97B1ABFF9695}" dt="2024-03-25T13:01:32.595" v="294" actId="207"/>
        <pc:sldMkLst>
          <pc:docMk/>
          <pc:sldMk cId="1573584371" sldId="318"/>
        </pc:sldMkLst>
        <pc:spChg chg="mod">
          <ac:chgData name="Mr.Muhammad Zulfiqar Ali" userId="c4b4daea-c3cd-4a1b-ae38-2a74107589dc" providerId="ADAL" clId="{24E17148-E41E-445C-9000-97B1ABFF9695}" dt="2024-03-25T13:01:32.595" v="294" actId="207"/>
          <ac:spMkLst>
            <pc:docMk/>
            <pc:sldMk cId="1573584371" sldId="318"/>
            <ac:spMk id="3" creationId="{00000000-0000-0000-0000-000000000000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03A925-35AD-430C-A67A-C65A522ABA08}" type="doc">
      <dgm:prSet loTypeId="urn:microsoft.com/office/officeart/2005/8/layout/process1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E1D8AEE-4F89-4F67-A95E-62C5BD414C18}">
      <dgm:prSet/>
      <dgm:spPr>
        <a:gradFill rotWithShape="0">
          <a:gsLst>
            <a:gs pos="90000">
              <a:schemeClr val="accent6">
                <a:lumMod val="20000"/>
                <a:lumOff val="8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</a:gra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Healthy groups have goals that benefit the members and the larger society</a:t>
          </a:r>
        </a:p>
      </dgm:t>
    </dgm:pt>
    <dgm:pt modelId="{EB71C03A-3B62-45CA-8290-3F64DF4AD48B}" type="parTrans" cxnId="{4B331C80-3B52-4A17-8852-99FFA58CAFB1}">
      <dgm:prSet/>
      <dgm:spPr/>
      <dgm:t>
        <a:bodyPr/>
        <a:lstStyle/>
        <a:p>
          <a:endParaRPr lang="en-US"/>
        </a:p>
      </dgm:t>
    </dgm:pt>
    <dgm:pt modelId="{79577953-F9E9-4148-8FC0-A9D624A2FDB3}" type="sibTrans" cxnId="{4B331C80-3B52-4A17-8852-99FFA58CAFB1}">
      <dgm:prSet/>
      <dgm:spPr/>
      <dgm:t>
        <a:bodyPr/>
        <a:lstStyle/>
        <a:p>
          <a:endParaRPr lang="en-US"/>
        </a:p>
      </dgm:t>
    </dgm:pt>
    <dgm:pt modelId="{2C850B4E-2B50-480B-88BD-2BB900B77A92}">
      <dgm:prSet/>
      <dgm:spPr>
        <a:gradFill rotWithShape="0">
          <a:gsLst>
            <a:gs pos="56000">
              <a:schemeClr val="accent2">
                <a:lumMod val="20000"/>
                <a:lumOff val="8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</a:gradFill>
      </dgm:spPr>
      <dgm:t>
        <a:bodyPr/>
        <a:lstStyle/>
        <a:p>
          <a:r>
            <a:rPr lang="en-US" i="1" dirty="0">
              <a:solidFill>
                <a:schemeClr val="tx1"/>
              </a:solidFill>
            </a:rPr>
            <a:t>Require hard work and sacrifice</a:t>
          </a:r>
          <a:endParaRPr lang="en-US" dirty="0">
            <a:solidFill>
              <a:schemeClr val="tx1"/>
            </a:solidFill>
          </a:endParaRPr>
        </a:p>
      </dgm:t>
    </dgm:pt>
    <dgm:pt modelId="{8F7BA039-B60C-4698-9626-890064C1F043}" type="parTrans" cxnId="{B9FE4947-16A6-43A9-BD4D-E5FCA66307E4}">
      <dgm:prSet/>
      <dgm:spPr/>
      <dgm:t>
        <a:bodyPr/>
        <a:lstStyle/>
        <a:p>
          <a:endParaRPr lang="en-US"/>
        </a:p>
      </dgm:t>
    </dgm:pt>
    <dgm:pt modelId="{3F63CBEA-FD57-4068-94F5-9013E352727D}" type="sibTrans" cxnId="{B9FE4947-16A6-43A9-BD4D-E5FCA66307E4}">
      <dgm:prSet/>
      <dgm:spPr/>
      <dgm:t>
        <a:bodyPr/>
        <a:lstStyle/>
        <a:p>
          <a:endParaRPr lang="en-US"/>
        </a:p>
      </dgm:t>
    </dgm:pt>
    <dgm:pt modelId="{7E820CF9-7896-4A46-A349-07DA375BC904}">
      <dgm:prSet/>
      <dgm:spPr>
        <a:gradFill rotWithShape="0">
          <a:gsLst>
            <a:gs pos="78000">
              <a:schemeClr val="bg2"/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</a:gradFill>
      </dgm:spPr>
      <dgm:t>
        <a:bodyPr/>
        <a:lstStyle/>
        <a:p>
          <a:r>
            <a:rPr lang="en-US" i="1" dirty="0">
              <a:solidFill>
                <a:schemeClr val="tx1"/>
              </a:solidFill>
            </a:rPr>
            <a:t>Have no illegal or immoral </a:t>
          </a:r>
          <a:r>
            <a:rPr lang="en-US" i="1" dirty="0" smtClean="0">
              <a:solidFill>
                <a:schemeClr val="tx1"/>
              </a:solidFill>
            </a:rPr>
            <a:t>behavior</a:t>
          </a:r>
          <a:endParaRPr lang="en-US" dirty="0">
            <a:solidFill>
              <a:schemeClr val="tx1"/>
            </a:solidFill>
          </a:endParaRPr>
        </a:p>
      </dgm:t>
    </dgm:pt>
    <dgm:pt modelId="{864521C7-A273-4EF0-A84D-9E3D98E4F0F1}" type="parTrans" cxnId="{CAF66E55-289E-4DCE-B551-F26CD88080CA}">
      <dgm:prSet/>
      <dgm:spPr/>
      <dgm:t>
        <a:bodyPr/>
        <a:lstStyle/>
        <a:p>
          <a:endParaRPr lang="en-US"/>
        </a:p>
      </dgm:t>
    </dgm:pt>
    <dgm:pt modelId="{76F5D91A-90EA-44C7-AE65-26F2F1715A18}" type="sibTrans" cxnId="{CAF66E55-289E-4DCE-B551-F26CD88080CA}">
      <dgm:prSet/>
      <dgm:spPr/>
      <dgm:t>
        <a:bodyPr/>
        <a:lstStyle/>
        <a:p>
          <a:endParaRPr lang="en-US"/>
        </a:p>
      </dgm:t>
    </dgm:pt>
    <dgm:pt modelId="{44E5172B-8709-41E6-8FAB-4AC4AA139C46}" type="pres">
      <dgm:prSet presAssocID="{4D03A925-35AD-430C-A67A-C65A522ABA0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AB70867-CA29-4E84-B5D2-0D85268700D0}" type="pres">
      <dgm:prSet presAssocID="{2E1D8AEE-4F89-4F67-A95E-62C5BD414C18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948AAC-C021-46AF-8254-B4CEDCF42ACE}" type="pres">
      <dgm:prSet presAssocID="{79577953-F9E9-4148-8FC0-A9D624A2FDB3}" presName="sibTrans" presStyleLbl="sibTrans2D1" presStyleIdx="0" presStyleCnt="2"/>
      <dgm:spPr/>
      <dgm:t>
        <a:bodyPr/>
        <a:lstStyle/>
        <a:p>
          <a:endParaRPr lang="en-US"/>
        </a:p>
      </dgm:t>
    </dgm:pt>
    <dgm:pt modelId="{7B338A5E-F22D-4796-8336-EF8A165C95D1}" type="pres">
      <dgm:prSet presAssocID="{79577953-F9E9-4148-8FC0-A9D624A2FDB3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6F2B22EF-9EF8-499B-BB35-856C8D230673}" type="pres">
      <dgm:prSet presAssocID="{2C850B4E-2B50-480B-88BD-2BB900B77A9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917014-121A-4182-9F2B-8B8102571FDD}" type="pres">
      <dgm:prSet presAssocID="{3F63CBEA-FD57-4068-94F5-9013E352727D}" presName="sibTrans" presStyleLbl="sibTrans2D1" presStyleIdx="1" presStyleCnt="2"/>
      <dgm:spPr/>
      <dgm:t>
        <a:bodyPr/>
        <a:lstStyle/>
        <a:p>
          <a:endParaRPr lang="en-US"/>
        </a:p>
      </dgm:t>
    </dgm:pt>
    <dgm:pt modelId="{4E2E62C0-DC2D-48D8-8378-1FBA1A0640B7}" type="pres">
      <dgm:prSet presAssocID="{3F63CBEA-FD57-4068-94F5-9013E352727D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58C4E06F-C697-41A7-AC72-D3BD49195B56}" type="pres">
      <dgm:prSet presAssocID="{7E820CF9-7896-4A46-A349-07DA375BC904}" presName="node" presStyleLbl="node1" presStyleIdx="2" presStyleCnt="3" custScaleX="9693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BCD9009-4D5A-4331-B546-E7964A6989EF}" type="presOf" srcId="{79577953-F9E9-4148-8FC0-A9D624A2FDB3}" destId="{D7948AAC-C021-46AF-8254-B4CEDCF42ACE}" srcOrd="0" destOrd="0" presId="urn:microsoft.com/office/officeart/2005/8/layout/process1"/>
    <dgm:cxn modelId="{0E24455E-42E2-4AAC-917A-905AB82DC5D4}" type="presOf" srcId="{3F63CBEA-FD57-4068-94F5-9013E352727D}" destId="{4E2E62C0-DC2D-48D8-8378-1FBA1A0640B7}" srcOrd="1" destOrd="0" presId="urn:microsoft.com/office/officeart/2005/8/layout/process1"/>
    <dgm:cxn modelId="{587AECEA-4BC5-45CC-AE7C-C251B078B92C}" type="presOf" srcId="{4D03A925-35AD-430C-A67A-C65A522ABA08}" destId="{44E5172B-8709-41E6-8FAB-4AC4AA139C46}" srcOrd="0" destOrd="0" presId="urn:microsoft.com/office/officeart/2005/8/layout/process1"/>
    <dgm:cxn modelId="{4B331C80-3B52-4A17-8852-99FFA58CAFB1}" srcId="{4D03A925-35AD-430C-A67A-C65A522ABA08}" destId="{2E1D8AEE-4F89-4F67-A95E-62C5BD414C18}" srcOrd="0" destOrd="0" parTransId="{EB71C03A-3B62-45CA-8290-3F64DF4AD48B}" sibTransId="{79577953-F9E9-4148-8FC0-A9D624A2FDB3}"/>
    <dgm:cxn modelId="{CAF66E55-289E-4DCE-B551-F26CD88080CA}" srcId="{4D03A925-35AD-430C-A67A-C65A522ABA08}" destId="{7E820CF9-7896-4A46-A349-07DA375BC904}" srcOrd="2" destOrd="0" parTransId="{864521C7-A273-4EF0-A84D-9E3D98E4F0F1}" sibTransId="{76F5D91A-90EA-44C7-AE65-26F2F1715A18}"/>
    <dgm:cxn modelId="{6A592FC1-04B5-461B-BC41-7D5CED0E26B3}" type="presOf" srcId="{3F63CBEA-FD57-4068-94F5-9013E352727D}" destId="{4B917014-121A-4182-9F2B-8B8102571FDD}" srcOrd="0" destOrd="0" presId="urn:microsoft.com/office/officeart/2005/8/layout/process1"/>
    <dgm:cxn modelId="{B9FE4947-16A6-43A9-BD4D-E5FCA66307E4}" srcId="{4D03A925-35AD-430C-A67A-C65A522ABA08}" destId="{2C850B4E-2B50-480B-88BD-2BB900B77A92}" srcOrd="1" destOrd="0" parTransId="{8F7BA039-B60C-4698-9626-890064C1F043}" sibTransId="{3F63CBEA-FD57-4068-94F5-9013E352727D}"/>
    <dgm:cxn modelId="{2A66897C-81DB-46B5-A094-6E9900854D1C}" type="presOf" srcId="{2E1D8AEE-4F89-4F67-A95E-62C5BD414C18}" destId="{FAB70867-CA29-4E84-B5D2-0D85268700D0}" srcOrd="0" destOrd="0" presId="urn:microsoft.com/office/officeart/2005/8/layout/process1"/>
    <dgm:cxn modelId="{6F655399-8E9E-4A3D-BE3F-FC92926792B2}" type="presOf" srcId="{79577953-F9E9-4148-8FC0-A9D624A2FDB3}" destId="{7B338A5E-F22D-4796-8336-EF8A165C95D1}" srcOrd="1" destOrd="0" presId="urn:microsoft.com/office/officeart/2005/8/layout/process1"/>
    <dgm:cxn modelId="{1B249E06-18A5-4D81-B8B8-4289BCC73D18}" type="presOf" srcId="{2C850B4E-2B50-480B-88BD-2BB900B77A92}" destId="{6F2B22EF-9EF8-499B-BB35-856C8D230673}" srcOrd="0" destOrd="0" presId="urn:microsoft.com/office/officeart/2005/8/layout/process1"/>
    <dgm:cxn modelId="{53C2BCFE-05FD-4CEF-AC75-CEC58E334A73}" type="presOf" srcId="{7E820CF9-7896-4A46-A349-07DA375BC904}" destId="{58C4E06F-C697-41A7-AC72-D3BD49195B56}" srcOrd="0" destOrd="0" presId="urn:microsoft.com/office/officeart/2005/8/layout/process1"/>
    <dgm:cxn modelId="{CD82C8BA-2346-4F30-8421-F8D11161D2BD}" type="presParOf" srcId="{44E5172B-8709-41E6-8FAB-4AC4AA139C46}" destId="{FAB70867-CA29-4E84-B5D2-0D85268700D0}" srcOrd="0" destOrd="0" presId="urn:microsoft.com/office/officeart/2005/8/layout/process1"/>
    <dgm:cxn modelId="{BFFBEAE6-E5B2-4B17-9506-A8D234AF9194}" type="presParOf" srcId="{44E5172B-8709-41E6-8FAB-4AC4AA139C46}" destId="{D7948AAC-C021-46AF-8254-B4CEDCF42ACE}" srcOrd="1" destOrd="0" presId="urn:microsoft.com/office/officeart/2005/8/layout/process1"/>
    <dgm:cxn modelId="{D4237320-041F-457A-901F-DEA73987EEAA}" type="presParOf" srcId="{D7948AAC-C021-46AF-8254-B4CEDCF42ACE}" destId="{7B338A5E-F22D-4796-8336-EF8A165C95D1}" srcOrd="0" destOrd="0" presId="urn:microsoft.com/office/officeart/2005/8/layout/process1"/>
    <dgm:cxn modelId="{BE781D30-65EA-4464-9898-38862D0BC0FB}" type="presParOf" srcId="{44E5172B-8709-41E6-8FAB-4AC4AA139C46}" destId="{6F2B22EF-9EF8-499B-BB35-856C8D230673}" srcOrd="2" destOrd="0" presId="urn:microsoft.com/office/officeart/2005/8/layout/process1"/>
    <dgm:cxn modelId="{4988D04C-EAF2-422F-92C5-44A9646F5B90}" type="presParOf" srcId="{44E5172B-8709-41E6-8FAB-4AC4AA139C46}" destId="{4B917014-121A-4182-9F2B-8B8102571FDD}" srcOrd="3" destOrd="0" presId="urn:microsoft.com/office/officeart/2005/8/layout/process1"/>
    <dgm:cxn modelId="{0EB219AD-34CA-4619-836C-8A17FF9E83D6}" type="presParOf" srcId="{4B917014-121A-4182-9F2B-8B8102571FDD}" destId="{4E2E62C0-DC2D-48D8-8378-1FBA1A0640B7}" srcOrd="0" destOrd="0" presId="urn:microsoft.com/office/officeart/2005/8/layout/process1"/>
    <dgm:cxn modelId="{BBE14371-29E4-47AA-A5D8-6F077DAF461C}" type="presParOf" srcId="{44E5172B-8709-41E6-8FAB-4AC4AA139C46}" destId="{58C4E06F-C697-41A7-AC72-D3BD49195B5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F95411-398B-43CE-94C4-BCAEFA77E97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46BC79A-0CD6-4890-B883-B3FD75CAA024}">
      <dgm:prSet/>
      <dgm:spPr>
        <a:solidFill>
          <a:schemeClr val="bg2"/>
        </a:solidFill>
      </dgm:spPr>
      <dgm:t>
        <a:bodyPr/>
        <a:lstStyle/>
        <a:p>
          <a:r>
            <a:rPr lang="en-US" b="1" dirty="0">
              <a:solidFill>
                <a:srgbClr val="860000"/>
              </a:solidFill>
            </a:rPr>
            <a:t>The force that brings group members together</a:t>
          </a:r>
          <a:endParaRPr lang="en-US" dirty="0">
            <a:solidFill>
              <a:srgbClr val="860000"/>
            </a:solidFill>
          </a:endParaRPr>
        </a:p>
      </dgm:t>
    </dgm:pt>
    <dgm:pt modelId="{BA9AF1C1-57C0-4C90-9389-6FF456EF6905}" type="parTrans" cxnId="{642DB738-8210-4132-90A0-0058099C04CF}">
      <dgm:prSet/>
      <dgm:spPr/>
      <dgm:t>
        <a:bodyPr/>
        <a:lstStyle/>
        <a:p>
          <a:endParaRPr lang="en-US"/>
        </a:p>
      </dgm:t>
    </dgm:pt>
    <dgm:pt modelId="{6121FFD7-1D96-4C2B-9E10-1BE0281E11FA}" type="sibTrans" cxnId="{642DB738-8210-4132-90A0-0058099C04CF}">
      <dgm:prSet/>
      <dgm:spPr/>
      <dgm:t>
        <a:bodyPr/>
        <a:lstStyle/>
        <a:p>
          <a:endParaRPr lang="en-US"/>
        </a:p>
      </dgm:t>
    </dgm:pt>
    <dgm:pt modelId="{ED18176C-E848-4F5E-AEDA-2DB772E130F2}">
      <dgm:prSet/>
      <dgm:spPr>
        <a:solidFill>
          <a:schemeClr val="bg2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Members genuinely cooperate, like and respect each other  </a:t>
          </a:r>
        </a:p>
      </dgm:t>
    </dgm:pt>
    <dgm:pt modelId="{373E638C-F4C2-47B1-BD60-E21A5C72013E}" type="parTrans" cxnId="{50F569FA-CEB7-4631-B84A-C7663DB45316}">
      <dgm:prSet/>
      <dgm:spPr/>
      <dgm:t>
        <a:bodyPr/>
        <a:lstStyle/>
        <a:p>
          <a:endParaRPr lang="en-US"/>
        </a:p>
      </dgm:t>
    </dgm:pt>
    <dgm:pt modelId="{A6328DC0-9C15-4D72-84CD-9B88DCC31C3A}" type="sibTrans" cxnId="{50F569FA-CEB7-4631-B84A-C7663DB45316}">
      <dgm:prSet/>
      <dgm:spPr/>
      <dgm:t>
        <a:bodyPr/>
        <a:lstStyle/>
        <a:p>
          <a:endParaRPr lang="en-US"/>
        </a:p>
      </dgm:t>
    </dgm:pt>
    <dgm:pt modelId="{2C67715A-1185-43E9-B9C7-F7DDF36B13AC}">
      <dgm:prSet/>
      <dgm:spPr>
        <a:solidFill>
          <a:schemeClr val="bg2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They do team building activities</a:t>
          </a:r>
        </a:p>
      </dgm:t>
    </dgm:pt>
    <dgm:pt modelId="{12ABFA38-DF27-4F50-B467-3F45EE85AF76}" type="parTrans" cxnId="{271D4396-8CC8-4095-A390-619BE3929C8B}">
      <dgm:prSet/>
      <dgm:spPr/>
      <dgm:t>
        <a:bodyPr/>
        <a:lstStyle/>
        <a:p>
          <a:endParaRPr lang="en-US"/>
        </a:p>
      </dgm:t>
    </dgm:pt>
    <dgm:pt modelId="{70D4E363-A90B-444F-ACB2-4559970CCF01}" type="sibTrans" cxnId="{271D4396-8CC8-4095-A390-619BE3929C8B}">
      <dgm:prSet/>
      <dgm:spPr/>
      <dgm:t>
        <a:bodyPr/>
        <a:lstStyle/>
        <a:p>
          <a:endParaRPr lang="en-US"/>
        </a:p>
      </dgm:t>
    </dgm:pt>
    <dgm:pt modelId="{B6A805EA-25BF-4446-9D1A-A8DD5BAD436E}">
      <dgm:prSet/>
      <dgm:spPr>
        <a:solidFill>
          <a:schemeClr val="bg2"/>
        </a:solidFill>
      </dgm:spPr>
      <dgm:t>
        <a:bodyPr/>
        <a:lstStyle/>
        <a:p>
          <a:r>
            <a:rPr lang="en-US" b="1" dirty="0">
              <a:solidFill>
                <a:srgbClr val="860000"/>
              </a:solidFill>
            </a:rPr>
            <a:t>Five factors help build cohesiveness:</a:t>
          </a:r>
          <a:endParaRPr lang="en-US" dirty="0">
            <a:solidFill>
              <a:srgbClr val="860000"/>
            </a:solidFill>
          </a:endParaRPr>
        </a:p>
      </dgm:t>
    </dgm:pt>
    <dgm:pt modelId="{1173D922-D98B-406D-9AA4-3C612B15A30F}" type="parTrans" cxnId="{D1F94F0C-F519-4AAD-8CF8-BE4C514F7C01}">
      <dgm:prSet/>
      <dgm:spPr/>
      <dgm:t>
        <a:bodyPr/>
        <a:lstStyle/>
        <a:p>
          <a:endParaRPr lang="en-US"/>
        </a:p>
      </dgm:t>
    </dgm:pt>
    <dgm:pt modelId="{10A5B6B2-82C2-4027-87C9-C796F67A0D17}" type="sibTrans" cxnId="{D1F94F0C-F519-4AAD-8CF8-BE4C514F7C01}">
      <dgm:prSet/>
      <dgm:spPr/>
      <dgm:t>
        <a:bodyPr/>
        <a:lstStyle/>
        <a:p>
          <a:endParaRPr lang="en-US"/>
        </a:p>
      </dgm:t>
    </dgm:pt>
    <dgm:pt modelId="{7FC1350C-8B67-4493-AA56-4DC0A66B003B}">
      <dgm:prSet custT="1"/>
      <dgm:spPr/>
      <dgm:t>
        <a:bodyPr/>
        <a:lstStyle/>
        <a:p>
          <a:r>
            <a:rPr lang="en-US" sz="2000" dirty="0"/>
            <a:t>When members are attracted to group’s purpose</a:t>
          </a:r>
        </a:p>
      </dgm:t>
    </dgm:pt>
    <dgm:pt modelId="{1508EAB5-03BD-489A-A621-F96F4E827C80}" type="parTrans" cxnId="{F8F1E7A6-4601-4580-B75C-6852C003CACA}">
      <dgm:prSet/>
      <dgm:spPr/>
      <dgm:t>
        <a:bodyPr/>
        <a:lstStyle/>
        <a:p>
          <a:endParaRPr lang="en-US"/>
        </a:p>
      </dgm:t>
    </dgm:pt>
    <dgm:pt modelId="{44483A62-FA1C-4EB2-9C44-283629BB016B}" type="sibTrans" cxnId="{F8F1E7A6-4601-4580-B75C-6852C003CACA}">
      <dgm:prSet/>
      <dgm:spPr/>
      <dgm:t>
        <a:bodyPr/>
        <a:lstStyle/>
        <a:p>
          <a:endParaRPr lang="en-US"/>
        </a:p>
      </dgm:t>
    </dgm:pt>
    <dgm:pt modelId="{0A129139-0E88-40E7-A8E0-93D9EF9DBDA8}">
      <dgm:prSet custT="1"/>
      <dgm:spPr/>
      <dgm:t>
        <a:bodyPr/>
        <a:lstStyle/>
        <a:p>
          <a:r>
            <a:rPr lang="en-US" sz="2000" dirty="0"/>
            <a:t>When membership is voluntary</a:t>
          </a:r>
        </a:p>
      </dgm:t>
    </dgm:pt>
    <dgm:pt modelId="{4C93B976-176A-4B1A-8056-517AF842E2AC}" type="parTrans" cxnId="{E893AFC6-BE15-4136-992A-1C11F4E51E33}">
      <dgm:prSet/>
      <dgm:spPr/>
      <dgm:t>
        <a:bodyPr/>
        <a:lstStyle/>
        <a:p>
          <a:endParaRPr lang="en-US"/>
        </a:p>
      </dgm:t>
    </dgm:pt>
    <dgm:pt modelId="{3B614824-E0B9-4099-9E10-D3194BD52FAB}" type="sibTrans" cxnId="{E893AFC6-BE15-4136-992A-1C11F4E51E33}">
      <dgm:prSet/>
      <dgm:spPr/>
      <dgm:t>
        <a:bodyPr/>
        <a:lstStyle/>
        <a:p>
          <a:endParaRPr lang="en-US"/>
        </a:p>
      </dgm:t>
    </dgm:pt>
    <dgm:pt modelId="{253E6039-CC4D-4F9A-BD8E-530D47D90281}">
      <dgm:prSet custT="1"/>
      <dgm:spPr/>
      <dgm:t>
        <a:bodyPr/>
        <a:lstStyle/>
        <a:p>
          <a:r>
            <a:rPr lang="en-US" sz="2000" dirty="0"/>
            <a:t>Members are free to express their honest opinions; even when they disagree</a:t>
          </a:r>
        </a:p>
      </dgm:t>
    </dgm:pt>
    <dgm:pt modelId="{4E0A10BC-7DDE-4538-8516-F3DC0779A355}" type="parTrans" cxnId="{35383F80-61E3-4122-8591-4B8A2F24C625}">
      <dgm:prSet/>
      <dgm:spPr/>
      <dgm:t>
        <a:bodyPr/>
        <a:lstStyle/>
        <a:p>
          <a:endParaRPr lang="en-US"/>
        </a:p>
      </dgm:t>
    </dgm:pt>
    <dgm:pt modelId="{32704A8D-ECB9-4958-A24D-11CDF9C8DEA4}" type="sibTrans" cxnId="{35383F80-61E3-4122-8591-4B8A2F24C625}">
      <dgm:prSet/>
      <dgm:spPr/>
      <dgm:t>
        <a:bodyPr/>
        <a:lstStyle/>
        <a:p>
          <a:endParaRPr lang="en-US"/>
        </a:p>
      </dgm:t>
    </dgm:pt>
    <dgm:pt modelId="{606A2BDD-4B62-4E92-BDD0-3FC02831A9B9}">
      <dgm:prSet custT="1"/>
      <dgm:spPr/>
      <dgm:t>
        <a:bodyPr/>
        <a:lstStyle/>
        <a:p>
          <a:r>
            <a:rPr lang="en-US" sz="2000" dirty="0"/>
            <a:t>Support, encourage, and provide positive feedback to each other</a:t>
          </a:r>
        </a:p>
      </dgm:t>
    </dgm:pt>
    <dgm:pt modelId="{E57ECF2F-E2C9-4B0C-A0EB-15AFC6BD39DC}" type="parTrans" cxnId="{1990DFA2-27F1-4065-823B-5DEBFDFBEF06}">
      <dgm:prSet/>
      <dgm:spPr/>
      <dgm:t>
        <a:bodyPr/>
        <a:lstStyle/>
        <a:p>
          <a:endParaRPr lang="en-US"/>
        </a:p>
      </dgm:t>
    </dgm:pt>
    <dgm:pt modelId="{B2EC2F6A-C8E4-4112-82A4-4C9BD914EA08}" type="sibTrans" cxnId="{1990DFA2-27F1-4065-823B-5DEBFDFBEF06}">
      <dgm:prSet/>
      <dgm:spPr/>
      <dgm:t>
        <a:bodyPr/>
        <a:lstStyle/>
        <a:p>
          <a:endParaRPr lang="en-US"/>
        </a:p>
      </dgm:t>
    </dgm:pt>
    <dgm:pt modelId="{8DD45DD7-E415-4111-B56D-63F7FB7ADCC2}">
      <dgm:prSet custT="1"/>
      <dgm:spPr/>
      <dgm:t>
        <a:bodyPr/>
        <a:lstStyle/>
        <a:p>
          <a:r>
            <a:rPr lang="en-US" sz="2000" dirty="0"/>
            <a:t>Members perceive achieving goals and they celebrate accomplishments</a:t>
          </a:r>
        </a:p>
      </dgm:t>
    </dgm:pt>
    <dgm:pt modelId="{F1459955-34F7-4FA1-8B0D-83E1A15A571B}" type="parTrans" cxnId="{FCF397AF-48CB-408C-A8B4-CFA2FED5C9BB}">
      <dgm:prSet/>
      <dgm:spPr/>
      <dgm:t>
        <a:bodyPr/>
        <a:lstStyle/>
        <a:p>
          <a:endParaRPr lang="en-US"/>
        </a:p>
      </dgm:t>
    </dgm:pt>
    <dgm:pt modelId="{F2D1714C-8E84-40F7-92C3-07F3727024F5}" type="sibTrans" cxnId="{FCF397AF-48CB-408C-A8B4-CFA2FED5C9BB}">
      <dgm:prSet/>
      <dgm:spPr/>
      <dgm:t>
        <a:bodyPr/>
        <a:lstStyle/>
        <a:p>
          <a:endParaRPr lang="en-US"/>
        </a:p>
      </dgm:t>
    </dgm:pt>
    <dgm:pt modelId="{06190B6D-556B-4149-8A7E-F6E92296D968}" type="pres">
      <dgm:prSet presAssocID="{C9F95411-398B-43CE-94C4-BCAEFA77E97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EF82C9B-24CE-413E-BBF1-BE8E129ECF7C}" type="pres">
      <dgm:prSet presAssocID="{D46BC79A-0CD6-4890-B883-B3FD75CAA02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BE3D78-9BBB-441A-918A-4F7DC68201F9}" type="pres">
      <dgm:prSet presAssocID="{6121FFD7-1D96-4C2B-9E10-1BE0281E11FA}" presName="spacer" presStyleCnt="0"/>
      <dgm:spPr/>
    </dgm:pt>
    <dgm:pt modelId="{840FA9EA-F4CF-4E8D-9AED-472130119EED}" type="pres">
      <dgm:prSet presAssocID="{ED18176C-E848-4F5E-AEDA-2DB772E130F2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7136A6-76E5-4E85-AE55-E804C4B6888F}" type="pres">
      <dgm:prSet presAssocID="{A6328DC0-9C15-4D72-84CD-9B88DCC31C3A}" presName="spacer" presStyleCnt="0"/>
      <dgm:spPr/>
    </dgm:pt>
    <dgm:pt modelId="{4A4DCE91-0491-49B2-B78B-9D0FAC1B8DBA}" type="pres">
      <dgm:prSet presAssocID="{2C67715A-1185-43E9-B9C7-F7DDF36B13AC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C4E8A9-C789-4EE2-B8E1-3DFFBDF2BCA3}" type="pres">
      <dgm:prSet presAssocID="{70D4E363-A90B-444F-ACB2-4559970CCF01}" presName="spacer" presStyleCnt="0"/>
      <dgm:spPr/>
    </dgm:pt>
    <dgm:pt modelId="{F0409E8E-5B67-4E2C-B089-310839F33EF0}" type="pres">
      <dgm:prSet presAssocID="{B6A805EA-25BF-4446-9D1A-A8DD5BAD436E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18041D-40CF-4B82-A9D9-38C8002C7EA6}" type="pres">
      <dgm:prSet presAssocID="{B6A805EA-25BF-4446-9D1A-A8DD5BAD436E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7CACB72-0D91-4464-9297-B5508113B7D5}" type="presOf" srcId="{7FC1350C-8B67-4493-AA56-4DC0A66B003B}" destId="{F018041D-40CF-4B82-A9D9-38C8002C7EA6}" srcOrd="0" destOrd="0" presId="urn:microsoft.com/office/officeart/2005/8/layout/vList2"/>
    <dgm:cxn modelId="{1990DFA2-27F1-4065-823B-5DEBFDFBEF06}" srcId="{B6A805EA-25BF-4446-9D1A-A8DD5BAD436E}" destId="{606A2BDD-4B62-4E92-BDD0-3FC02831A9B9}" srcOrd="3" destOrd="0" parTransId="{E57ECF2F-E2C9-4B0C-A0EB-15AFC6BD39DC}" sibTransId="{B2EC2F6A-C8E4-4112-82A4-4C9BD914EA08}"/>
    <dgm:cxn modelId="{C0D3CFD2-D056-4E3A-8509-78C22194C094}" type="presOf" srcId="{B6A805EA-25BF-4446-9D1A-A8DD5BAD436E}" destId="{F0409E8E-5B67-4E2C-B089-310839F33EF0}" srcOrd="0" destOrd="0" presId="urn:microsoft.com/office/officeart/2005/8/layout/vList2"/>
    <dgm:cxn modelId="{EB65C4F2-CF4E-4321-815B-77C60BAA5638}" type="presOf" srcId="{ED18176C-E848-4F5E-AEDA-2DB772E130F2}" destId="{840FA9EA-F4CF-4E8D-9AED-472130119EED}" srcOrd="0" destOrd="0" presId="urn:microsoft.com/office/officeart/2005/8/layout/vList2"/>
    <dgm:cxn modelId="{642DB738-8210-4132-90A0-0058099C04CF}" srcId="{C9F95411-398B-43CE-94C4-BCAEFA77E977}" destId="{D46BC79A-0CD6-4890-B883-B3FD75CAA024}" srcOrd="0" destOrd="0" parTransId="{BA9AF1C1-57C0-4C90-9389-6FF456EF6905}" sibTransId="{6121FFD7-1D96-4C2B-9E10-1BE0281E11FA}"/>
    <dgm:cxn modelId="{35383F80-61E3-4122-8591-4B8A2F24C625}" srcId="{B6A805EA-25BF-4446-9D1A-A8DD5BAD436E}" destId="{253E6039-CC4D-4F9A-BD8E-530D47D90281}" srcOrd="2" destOrd="0" parTransId="{4E0A10BC-7DDE-4538-8516-F3DC0779A355}" sibTransId="{32704A8D-ECB9-4958-A24D-11CDF9C8DEA4}"/>
    <dgm:cxn modelId="{F8F1E7A6-4601-4580-B75C-6852C003CACA}" srcId="{B6A805EA-25BF-4446-9D1A-A8DD5BAD436E}" destId="{7FC1350C-8B67-4493-AA56-4DC0A66B003B}" srcOrd="0" destOrd="0" parTransId="{1508EAB5-03BD-489A-A621-F96F4E827C80}" sibTransId="{44483A62-FA1C-4EB2-9C44-283629BB016B}"/>
    <dgm:cxn modelId="{9A1F9760-E1DF-4C13-8273-D17BEBC0C8AA}" type="presOf" srcId="{8DD45DD7-E415-4111-B56D-63F7FB7ADCC2}" destId="{F018041D-40CF-4B82-A9D9-38C8002C7EA6}" srcOrd="0" destOrd="4" presId="urn:microsoft.com/office/officeart/2005/8/layout/vList2"/>
    <dgm:cxn modelId="{EFC33FA0-B1AF-48A5-ABD9-6DE66A4B7FA9}" type="presOf" srcId="{C9F95411-398B-43CE-94C4-BCAEFA77E977}" destId="{06190B6D-556B-4149-8A7E-F6E92296D968}" srcOrd="0" destOrd="0" presId="urn:microsoft.com/office/officeart/2005/8/layout/vList2"/>
    <dgm:cxn modelId="{810E8CCD-355A-4FEE-B831-D6D8D085CFBB}" type="presOf" srcId="{606A2BDD-4B62-4E92-BDD0-3FC02831A9B9}" destId="{F018041D-40CF-4B82-A9D9-38C8002C7EA6}" srcOrd="0" destOrd="3" presId="urn:microsoft.com/office/officeart/2005/8/layout/vList2"/>
    <dgm:cxn modelId="{C44B5227-B0B9-4E9B-975E-CACFDECB5562}" type="presOf" srcId="{0A129139-0E88-40E7-A8E0-93D9EF9DBDA8}" destId="{F018041D-40CF-4B82-A9D9-38C8002C7EA6}" srcOrd="0" destOrd="1" presId="urn:microsoft.com/office/officeart/2005/8/layout/vList2"/>
    <dgm:cxn modelId="{0E46C071-9E5E-461B-849E-549CC5EADE35}" type="presOf" srcId="{253E6039-CC4D-4F9A-BD8E-530D47D90281}" destId="{F018041D-40CF-4B82-A9D9-38C8002C7EA6}" srcOrd="0" destOrd="2" presId="urn:microsoft.com/office/officeart/2005/8/layout/vList2"/>
    <dgm:cxn modelId="{7C21BBB9-0DB6-4264-B135-D518BFF09127}" type="presOf" srcId="{D46BC79A-0CD6-4890-B883-B3FD75CAA024}" destId="{EEF82C9B-24CE-413E-BBF1-BE8E129ECF7C}" srcOrd="0" destOrd="0" presId="urn:microsoft.com/office/officeart/2005/8/layout/vList2"/>
    <dgm:cxn modelId="{491A852C-44DC-47E9-96E9-A236CCA8C7F7}" type="presOf" srcId="{2C67715A-1185-43E9-B9C7-F7DDF36B13AC}" destId="{4A4DCE91-0491-49B2-B78B-9D0FAC1B8DBA}" srcOrd="0" destOrd="0" presId="urn:microsoft.com/office/officeart/2005/8/layout/vList2"/>
    <dgm:cxn modelId="{FCF397AF-48CB-408C-A8B4-CFA2FED5C9BB}" srcId="{B6A805EA-25BF-4446-9D1A-A8DD5BAD436E}" destId="{8DD45DD7-E415-4111-B56D-63F7FB7ADCC2}" srcOrd="4" destOrd="0" parTransId="{F1459955-34F7-4FA1-8B0D-83E1A15A571B}" sibTransId="{F2D1714C-8E84-40F7-92C3-07F3727024F5}"/>
    <dgm:cxn modelId="{271D4396-8CC8-4095-A390-619BE3929C8B}" srcId="{C9F95411-398B-43CE-94C4-BCAEFA77E977}" destId="{2C67715A-1185-43E9-B9C7-F7DDF36B13AC}" srcOrd="2" destOrd="0" parTransId="{12ABFA38-DF27-4F50-B467-3F45EE85AF76}" sibTransId="{70D4E363-A90B-444F-ACB2-4559970CCF01}"/>
    <dgm:cxn modelId="{50F569FA-CEB7-4631-B84A-C7663DB45316}" srcId="{C9F95411-398B-43CE-94C4-BCAEFA77E977}" destId="{ED18176C-E848-4F5E-AEDA-2DB772E130F2}" srcOrd="1" destOrd="0" parTransId="{373E638C-F4C2-47B1-BD60-E21A5C72013E}" sibTransId="{A6328DC0-9C15-4D72-84CD-9B88DCC31C3A}"/>
    <dgm:cxn modelId="{D1F94F0C-F519-4AAD-8CF8-BE4C514F7C01}" srcId="{C9F95411-398B-43CE-94C4-BCAEFA77E977}" destId="{B6A805EA-25BF-4446-9D1A-A8DD5BAD436E}" srcOrd="3" destOrd="0" parTransId="{1173D922-D98B-406D-9AA4-3C612B15A30F}" sibTransId="{10A5B6B2-82C2-4027-87C9-C796F67A0D17}"/>
    <dgm:cxn modelId="{E893AFC6-BE15-4136-992A-1C11F4E51E33}" srcId="{B6A805EA-25BF-4446-9D1A-A8DD5BAD436E}" destId="{0A129139-0E88-40E7-A8E0-93D9EF9DBDA8}" srcOrd="1" destOrd="0" parTransId="{4C93B976-176A-4B1A-8056-517AF842E2AC}" sibTransId="{3B614824-E0B9-4099-9E10-D3194BD52FAB}"/>
    <dgm:cxn modelId="{4DC63D97-D8AD-4AE2-84A1-06A7B8691188}" type="presParOf" srcId="{06190B6D-556B-4149-8A7E-F6E92296D968}" destId="{EEF82C9B-24CE-413E-BBF1-BE8E129ECF7C}" srcOrd="0" destOrd="0" presId="urn:microsoft.com/office/officeart/2005/8/layout/vList2"/>
    <dgm:cxn modelId="{E32F52FA-1A6D-403C-B588-4705B92188D4}" type="presParOf" srcId="{06190B6D-556B-4149-8A7E-F6E92296D968}" destId="{75BE3D78-9BBB-441A-918A-4F7DC68201F9}" srcOrd="1" destOrd="0" presId="urn:microsoft.com/office/officeart/2005/8/layout/vList2"/>
    <dgm:cxn modelId="{0C619E4A-A501-4440-A072-58CFAC897C92}" type="presParOf" srcId="{06190B6D-556B-4149-8A7E-F6E92296D968}" destId="{840FA9EA-F4CF-4E8D-9AED-472130119EED}" srcOrd="2" destOrd="0" presId="urn:microsoft.com/office/officeart/2005/8/layout/vList2"/>
    <dgm:cxn modelId="{BEB560B9-0B19-45D1-90FD-63CDA6FB0AC4}" type="presParOf" srcId="{06190B6D-556B-4149-8A7E-F6E92296D968}" destId="{407136A6-76E5-4E85-AE55-E804C4B6888F}" srcOrd="3" destOrd="0" presId="urn:microsoft.com/office/officeart/2005/8/layout/vList2"/>
    <dgm:cxn modelId="{EC5BE347-8839-4761-98BC-32260D63BA5C}" type="presParOf" srcId="{06190B6D-556B-4149-8A7E-F6E92296D968}" destId="{4A4DCE91-0491-49B2-B78B-9D0FAC1B8DBA}" srcOrd="4" destOrd="0" presId="urn:microsoft.com/office/officeart/2005/8/layout/vList2"/>
    <dgm:cxn modelId="{D6627192-0FF0-4B50-80D5-33F6721F8C08}" type="presParOf" srcId="{06190B6D-556B-4149-8A7E-F6E92296D968}" destId="{A5C4E8A9-C789-4EE2-B8E1-3DFFBDF2BCA3}" srcOrd="5" destOrd="0" presId="urn:microsoft.com/office/officeart/2005/8/layout/vList2"/>
    <dgm:cxn modelId="{F2F35A87-6EE3-44B8-823D-C08AB18D7068}" type="presParOf" srcId="{06190B6D-556B-4149-8A7E-F6E92296D968}" destId="{F0409E8E-5B67-4E2C-B089-310839F33EF0}" srcOrd="6" destOrd="0" presId="urn:microsoft.com/office/officeart/2005/8/layout/vList2"/>
    <dgm:cxn modelId="{4330F374-5C86-4451-85D9-F33E91EE38F2}" type="presParOf" srcId="{06190B6D-556B-4149-8A7E-F6E92296D968}" destId="{F018041D-40CF-4B82-A9D9-38C8002C7EA6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6E76DA-7F1B-45DD-95D8-066899F81AF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25AC038-9AEE-455E-8646-2C4E4D65D7FF}">
      <dgm:prSet custT="1"/>
      <dgm:spPr/>
      <dgm:t>
        <a:bodyPr/>
        <a:lstStyle/>
        <a:p>
          <a:pPr>
            <a:defRPr b="1"/>
          </a:pPr>
          <a:r>
            <a:rPr lang="en-US" sz="2000" b="0" dirty="0"/>
            <a:t>All group members are held responsible for adhering to group norms/ goals</a:t>
          </a:r>
        </a:p>
      </dgm:t>
    </dgm:pt>
    <dgm:pt modelId="{4D239E7B-6011-4F6E-A3A8-509AD7BC0EC8}" type="parTrans" cxnId="{D1619B35-08C0-40E4-BB84-54DB1A1522E3}">
      <dgm:prSet/>
      <dgm:spPr/>
      <dgm:t>
        <a:bodyPr/>
        <a:lstStyle/>
        <a:p>
          <a:endParaRPr lang="en-US"/>
        </a:p>
      </dgm:t>
    </dgm:pt>
    <dgm:pt modelId="{E7ABBD87-ECD0-4D1B-B87D-738C95655CF1}" type="sibTrans" cxnId="{D1619B35-08C0-40E4-BB84-54DB1A1522E3}">
      <dgm:prSet/>
      <dgm:spPr/>
      <dgm:t>
        <a:bodyPr/>
        <a:lstStyle/>
        <a:p>
          <a:endParaRPr lang="en-US"/>
        </a:p>
      </dgm:t>
    </dgm:pt>
    <dgm:pt modelId="{5E518465-01A9-41CA-9A41-C491ECF4838D}">
      <dgm:prSet/>
      <dgm:spPr/>
      <dgm:t>
        <a:bodyPr/>
        <a:lstStyle/>
        <a:p>
          <a:pPr>
            <a:defRPr b="1"/>
          </a:pPr>
          <a:r>
            <a:rPr lang="en-US" b="0" dirty="0"/>
            <a:t>Violations of any norms may bring sanctions per severity level</a:t>
          </a:r>
        </a:p>
      </dgm:t>
    </dgm:pt>
    <dgm:pt modelId="{ED4847CC-6078-4B84-B97E-721FD866A590}" type="parTrans" cxnId="{8A5D7764-3C87-4C65-937F-167CA63C471F}">
      <dgm:prSet/>
      <dgm:spPr/>
      <dgm:t>
        <a:bodyPr/>
        <a:lstStyle/>
        <a:p>
          <a:endParaRPr lang="en-US"/>
        </a:p>
      </dgm:t>
    </dgm:pt>
    <dgm:pt modelId="{8692E7F3-969B-4CCC-951C-15CEFE9A3772}" type="sibTrans" cxnId="{8A5D7764-3C87-4C65-937F-167CA63C471F}">
      <dgm:prSet/>
      <dgm:spPr/>
      <dgm:t>
        <a:bodyPr/>
        <a:lstStyle/>
        <a:p>
          <a:endParaRPr lang="en-US"/>
        </a:p>
      </dgm:t>
    </dgm:pt>
    <dgm:pt modelId="{3CFAACA6-235F-48F3-88C8-AF4536185B25}">
      <dgm:prSet/>
      <dgm:spPr/>
      <dgm:t>
        <a:bodyPr/>
        <a:lstStyle/>
        <a:p>
          <a:pPr>
            <a:defRPr b="1"/>
          </a:pPr>
          <a:r>
            <a:rPr lang="en-US" b="0" dirty="0"/>
            <a:t>Also means changing counterproductive norms by:</a:t>
          </a:r>
        </a:p>
      </dgm:t>
    </dgm:pt>
    <dgm:pt modelId="{24845785-5884-4650-8134-9BDC3EF1B200}" type="parTrans" cxnId="{77BF1B16-1A92-4643-97D6-0BC4E9443970}">
      <dgm:prSet/>
      <dgm:spPr/>
      <dgm:t>
        <a:bodyPr/>
        <a:lstStyle/>
        <a:p>
          <a:endParaRPr lang="en-US"/>
        </a:p>
      </dgm:t>
    </dgm:pt>
    <dgm:pt modelId="{88D51144-0E4A-4D7C-908F-4D46AE492FC5}" type="sibTrans" cxnId="{77BF1B16-1A92-4643-97D6-0BC4E9443970}">
      <dgm:prSet/>
      <dgm:spPr/>
      <dgm:t>
        <a:bodyPr/>
        <a:lstStyle/>
        <a:p>
          <a:endParaRPr lang="en-US"/>
        </a:p>
      </dgm:t>
    </dgm:pt>
    <dgm:pt modelId="{29D2D30A-6989-4F1C-B261-63B18E0F2565}">
      <dgm:prSet custT="1"/>
      <dgm:spPr/>
      <dgm:t>
        <a:bodyPr/>
        <a:lstStyle/>
        <a:p>
          <a:r>
            <a:rPr lang="en-US" sz="1800" dirty="0"/>
            <a:t>Observing a norm and its outcome</a:t>
          </a:r>
        </a:p>
      </dgm:t>
    </dgm:pt>
    <dgm:pt modelId="{0E648F7F-D01A-4F29-9615-B67FE1EC5F44}" type="parTrans" cxnId="{740C7080-FAF6-425E-ADFC-DE1C87F0FD67}">
      <dgm:prSet/>
      <dgm:spPr/>
      <dgm:t>
        <a:bodyPr/>
        <a:lstStyle/>
        <a:p>
          <a:endParaRPr lang="en-US"/>
        </a:p>
      </dgm:t>
    </dgm:pt>
    <dgm:pt modelId="{850F0034-A060-487C-917A-B285DA9C9423}" type="sibTrans" cxnId="{740C7080-FAF6-425E-ADFC-DE1C87F0FD67}">
      <dgm:prSet/>
      <dgm:spPr/>
      <dgm:t>
        <a:bodyPr/>
        <a:lstStyle/>
        <a:p>
          <a:endParaRPr lang="en-US"/>
        </a:p>
      </dgm:t>
    </dgm:pt>
    <dgm:pt modelId="{4A6473C8-B023-4D68-90D1-3009AFE94FEC}">
      <dgm:prSet custT="1"/>
      <dgm:spPr/>
      <dgm:t>
        <a:bodyPr/>
        <a:lstStyle/>
        <a:p>
          <a:r>
            <a:rPr lang="en-US" sz="1800" dirty="0"/>
            <a:t>Describing the results of a norm to group members</a:t>
          </a:r>
        </a:p>
      </dgm:t>
    </dgm:pt>
    <dgm:pt modelId="{68603E3F-9368-4AEA-AA33-EBE8A72FDD7C}" type="parTrans" cxnId="{17C2BA38-F234-4E34-A34C-101F3F49CE17}">
      <dgm:prSet/>
      <dgm:spPr/>
      <dgm:t>
        <a:bodyPr/>
        <a:lstStyle/>
        <a:p>
          <a:endParaRPr lang="en-US"/>
        </a:p>
      </dgm:t>
    </dgm:pt>
    <dgm:pt modelId="{53C4DC3D-ABFB-4888-9A92-2CD76DE2310D}" type="sibTrans" cxnId="{17C2BA38-F234-4E34-A34C-101F3F49CE17}">
      <dgm:prSet/>
      <dgm:spPr/>
      <dgm:t>
        <a:bodyPr/>
        <a:lstStyle/>
        <a:p>
          <a:endParaRPr lang="en-US"/>
        </a:p>
      </dgm:t>
    </dgm:pt>
    <dgm:pt modelId="{26EB2636-9DE8-481C-957B-99F523F1EAFD}">
      <dgm:prSet custT="1"/>
      <dgm:spPr/>
      <dgm:t>
        <a:bodyPr/>
        <a:lstStyle/>
        <a:p>
          <a:r>
            <a:rPr lang="en-US" sz="1800" dirty="0"/>
            <a:t>Endorsing opinions of other group members</a:t>
          </a:r>
        </a:p>
      </dgm:t>
    </dgm:pt>
    <dgm:pt modelId="{C4E839D0-0BE0-41E8-877B-3409B7352D67}" type="parTrans" cxnId="{993D57EA-7726-4562-82CA-FE8D5C1465FD}">
      <dgm:prSet/>
      <dgm:spPr/>
      <dgm:t>
        <a:bodyPr/>
        <a:lstStyle/>
        <a:p>
          <a:endParaRPr lang="en-US"/>
        </a:p>
      </dgm:t>
    </dgm:pt>
    <dgm:pt modelId="{EEE031A1-5A4D-4C2B-AB58-47CCD9678F97}" type="sibTrans" cxnId="{993D57EA-7726-4562-82CA-FE8D5C1465FD}">
      <dgm:prSet/>
      <dgm:spPr/>
      <dgm:t>
        <a:bodyPr/>
        <a:lstStyle/>
        <a:p>
          <a:endParaRPr lang="en-US"/>
        </a:p>
      </dgm:t>
    </dgm:pt>
    <dgm:pt modelId="{01959349-00EA-46D5-A49A-2E4B9E0E0A03}" type="pres">
      <dgm:prSet presAssocID="{8E6E76DA-7F1B-45DD-95D8-066899F81AF4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8E7D870-5E24-4222-9B46-5CA11022BF66}" type="pres">
      <dgm:prSet presAssocID="{F25AC038-9AEE-455E-8646-2C4E4D65D7FF}" presName="compNode" presStyleCnt="0"/>
      <dgm:spPr/>
    </dgm:pt>
    <dgm:pt modelId="{3C12BFC3-F930-4B0B-91F9-890BF39C5A56}" type="pres">
      <dgm:prSet presAssocID="{F25AC038-9AEE-455E-8646-2C4E4D65D7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8D813B5A-A9A2-40C1-AE73-1DDD051B419D}" type="pres">
      <dgm:prSet presAssocID="{F25AC038-9AEE-455E-8646-2C4E4D65D7FF}" presName="iconSpace" presStyleCnt="0"/>
      <dgm:spPr/>
    </dgm:pt>
    <dgm:pt modelId="{30D0DAE3-C9F9-403C-9E98-B85EC6C2391A}" type="pres">
      <dgm:prSet presAssocID="{F25AC038-9AEE-455E-8646-2C4E4D65D7FF}" presName="parTx" presStyleLbl="revTx" presStyleIdx="0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38FF3449-8ECD-4007-AA97-216090B1D1AE}" type="pres">
      <dgm:prSet presAssocID="{F25AC038-9AEE-455E-8646-2C4E4D65D7FF}" presName="txSpace" presStyleCnt="0"/>
      <dgm:spPr/>
    </dgm:pt>
    <dgm:pt modelId="{29B383D7-689E-4084-BEEE-85F21728D73C}" type="pres">
      <dgm:prSet presAssocID="{F25AC038-9AEE-455E-8646-2C4E4D65D7FF}" presName="desTx" presStyleLbl="revTx" presStyleIdx="1" presStyleCnt="6">
        <dgm:presLayoutVars/>
      </dgm:prSet>
      <dgm:spPr/>
    </dgm:pt>
    <dgm:pt modelId="{1E35E211-7561-406C-A5C3-ED596F96EB51}" type="pres">
      <dgm:prSet presAssocID="{E7ABBD87-ECD0-4D1B-B87D-738C95655CF1}" presName="sibTrans" presStyleCnt="0"/>
      <dgm:spPr/>
    </dgm:pt>
    <dgm:pt modelId="{DA0A8B25-0B1A-48B3-A0CE-A8CB930A1C9E}" type="pres">
      <dgm:prSet presAssocID="{5E518465-01A9-41CA-9A41-C491ECF4838D}" presName="compNode" presStyleCnt="0"/>
      <dgm:spPr/>
    </dgm:pt>
    <dgm:pt modelId="{B23D1349-40DC-48E5-A91A-09C735243F3D}" type="pres">
      <dgm:prSet presAssocID="{5E518465-01A9-41CA-9A41-C491ECF4838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7C9320C4-7BF7-4577-893B-85E9843228D7}" type="pres">
      <dgm:prSet presAssocID="{5E518465-01A9-41CA-9A41-C491ECF4838D}" presName="iconSpace" presStyleCnt="0"/>
      <dgm:spPr/>
    </dgm:pt>
    <dgm:pt modelId="{51D4B583-1D61-4E79-9930-310B539D1E40}" type="pres">
      <dgm:prSet presAssocID="{5E518465-01A9-41CA-9A41-C491ECF4838D}" presName="parTx" presStyleLbl="revTx" presStyleIdx="2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AF079A6-D64E-4325-A282-6E11495E3E8D}" type="pres">
      <dgm:prSet presAssocID="{5E518465-01A9-41CA-9A41-C491ECF4838D}" presName="txSpace" presStyleCnt="0"/>
      <dgm:spPr/>
    </dgm:pt>
    <dgm:pt modelId="{B653A79B-6625-478B-AC07-A548D4BFDABD}" type="pres">
      <dgm:prSet presAssocID="{5E518465-01A9-41CA-9A41-C491ECF4838D}" presName="desTx" presStyleLbl="revTx" presStyleIdx="3" presStyleCnt="6">
        <dgm:presLayoutVars/>
      </dgm:prSet>
      <dgm:spPr/>
    </dgm:pt>
    <dgm:pt modelId="{B565CF2F-1321-46EA-AB15-1B23E929F71D}" type="pres">
      <dgm:prSet presAssocID="{8692E7F3-969B-4CCC-951C-15CEFE9A3772}" presName="sibTrans" presStyleCnt="0"/>
      <dgm:spPr/>
    </dgm:pt>
    <dgm:pt modelId="{38DAA6FD-7ED8-4059-B2F7-CA4760BD1255}" type="pres">
      <dgm:prSet presAssocID="{3CFAACA6-235F-48F3-88C8-AF4536185B25}" presName="compNode" presStyleCnt="0"/>
      <dgm:spPr/>
    </dgm:pt>
    <dgm:pt modelId="{0AE36734-95B2-4775-B265-2743C2B4D98B}" type="pres">
      <dgm:prSet presAssocID="{3CFAACA6-235F-48F3-88C8-AF4536185B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F1A0298-7C39-4C28-9B84-60B24F68FEA8}" type="pres">
      <dgm:prSet presAssocID="{3CFAACA6-235F-48F3-88C8-AF4536185B25}" presName="iconSpace" presStyleCnt="0"/>
      <dgm:spPr/>
    </dgm:pt>
    <dgm:pt modelId="{B8088049-11B7-44A3-84F9-80B6D62B2721}" type="pres">
      <dgm:prSet presAssocID="{3CFAACA6-235F-48F3-88C8-AF4536185B25}" presName="parTx" presStyleLbl="revTx" presStyleIdx="4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B036AAF-8618-4984-A133-00AC64EB4E80}" type="pres">
      <dgm:prSet presAssocID="{3CFAACA6-235F-48F3-88C8-AF4536185B25}" presName="txSpace" presStyleCnt="0"/>
      <dgm:spPr/>
    </dgm:pt>
    <dgm:pt modelId="{0ED83D27-2CE3-4C61-9ED8-80479E87C22E}" type="pres">
      <dgm:prSet presAssocID="{3CFAACA6-235F-48F3-88C8-AF4536185B25}" presName="desTx" presStyleLbl="revTx" presStyleIdx="5" presStyleCnt="6">
        <dgm:presLayoutVars/>
      </dgm:prSet>
      <dgm:spPr/>
      <dgm:t>
        <a:bodyPr/>
        <a:lstStyle/>
        <a:p>
          <a:endParaRPr lang="en-US"/>
        </a:p>
      </dgm:t>
    </dgm:pt>
  </dgm:ptLst>
  <dgm:cxnLst>
    <dgm:cxn modelId="{740C7080-FAF6-425E-ADFC-DE1C87F0FD67}" srcId="{3CFAACA6-235F-48F3-88C8-AF4536185B25}" destId="{29D2D30A-6989-4F1C-B261-63B18E0F2565}" srcOrd="0" destOrd="0" parTransId="{0E648F7F-D01A-4F29-9615-B67FE1EC5F44}" sibTransId="{850F0034-A060-487C-917A-B285DA9C9423}"/>
    <dgm:cxn modelId="{D1619B35-08C0-40E4-BB84-54DB1A1522E3}" srcId="{8E6E76DA-7F1B-45DD-95D8-066899F81AF4}" destId="{F25AC038-9AEE-455E-8646-2C4E4D65D7FF}" srcOrd="0" destOrd="0" parTransId="{4D239E7B-6011-4F6E-A3A8-509AD7BC0EC8}" sibTransId="{E7ABBD87-ECD0-4D1B-B87D-738C95655CF1}"/>
    <dgm:cxn modelId="{DF419A49-85C0-4D01-B77E-BCF3D010F7D8}" type="presOf" srcId="{29D2D30A-6989-4F1C-B261-63B18E0F2565}" destId="{0ED83D27-2CE3-4C61-9ED8-80479E87C22E}" srcOrd="0" destOrd="0" presId="urn:microsoft.com/office/officeart/2018/2/layout/IconLabelDescriptionList"/>
    <dgm:cxn modelId="{F249CE7F-68BF-4694-942A-1C0453D3AA35}" type="presOf" srcId="{F25AC038-9AEE-455E-8646-2C4E4D65D7FF}" destId="{30D0DAE3-C9F9-403C-9E98-B85EC6C2391A}" srcOrd="0" destOrd="0" presId="urn:microsoft.com/office/officeart/2018/2/layout/IconLabelDescriptionList"/>
    <dgm:cxn modelId="{993D57EA-7726-4562-82CA-FE8D5C1465FD}" srcId="{3CFAACA6-235F-48F3-88C8-AF4536185B25}" destId="{26EB2636-9DE8-481C-957B-99F523F1EAFD}" srcOrd="2" destOrd="0" parTransId="{C4E839D0-0BE0-41E8-877B-3409B7352D67}" sibTransId="{EEE031A1-5A4D-4C2B-AB58-47CCD9678F97}"/>
    <dgm:cxn modelId="{F16B37A6-D655-415A-83B7-603FC99B8F4E}" type="presOf" srcId="{26EB2636-9DE8-481C-957B-99F523F1EAFD}" destId="{0ED83D27-2CE3-4C61-9ED8-80479E87C22E}" srcOrd="0" destOrd="2" presId="urn:microsoft.com/office/officeart/2018/2/layout/IconLabelDescriptionList"/>
    <dgm:cxn modelId="{52D1DE91-E334-4C01-AB75-F2D6787E0487}" type="presOf" srcId="{4A6473C8-B023-4D68-90D1-3009AFE94FEC}" destId="{0ED83D27-2CE3-4C61-9ED8-80479E87C22E}" srcOrd="0" destOrd="1" presId="urn:microsoft.com/office/officeart/2018/2/layout/IconLabelDescriptionList"/>
    <dgm:cxn modelId="{17C2BA38-F234-4E34-A34C-101F3F49CE17}" srcId="{3CFAACA6-235F-48F3-88C8-AF4536185B25}" destId="{4A6473C8-B023-4D68-90D1-3009AFE94FEC}" srcOrd="1" destOrd="0" parTransId="{68603E3F-9368-4AEA-AA33-EBE8A72FDD7C}" sibTransId="{53C4DC3D-ABFB-4888-9A92-2CD76DE2310D}"/>
    <dgm:cxn modelId="{8A5D7764-3C87-4C65-937F-167CA63C471F}" srcId="{8E6E76DA-7F1B-45DD-95D8-066899F81AF4}" destId="{5E518465-01A9-41CA-9A41-C491ECF4838D}" srcOrd="1" destOrd="0" parTransId="{ED4847CC-6078-4B84-B97E-721FD866A590}" sibTransId="{8692E7F3-969B-4CCC-951C-15CEFE9A3772}"/>
    <dgm:cxn modelId="{FBEB8274-5EFA-4FC7-A17E-33625F5797E0}" type="presOf" srcId="{3CFAACA6-235F-48F3-88C8-AF4536185B25}" destId="{B8088049-11B7-44A3-84F9-80B6D62B2721}" srcOrd="0" destOrd="0" presId="urn:microsoft.com/office/officeart/2018/2/layout/IconLabelDescriptionList"/>
    <dgm:cxn modelId="{5DD6E45C-EEDA-4C4A-8C72-877F9521D325}" type="presOf" srcId="{5E518465-01A9-41CA-9A41-C491ECF4838D}" destId="{51D4B583-1D61-4E79-9930-310B539D1E40}" srcOrd="0" destOrd="0" presId="urn:microsoft.com/office/officeart/2018/2/layout/IconLabelDescriptionList"/>
    <dgm:cxn modelId="{77BF1B16-1A92-4643-97D6-0BC4E9443970}" srcId="{8E6E76DA-7F1B-45DD-95D8-066899F81AF4}" destId="{3CFAACA6-235F-48F3-88C8-AF4536185B25}" srcOrd="2" destOrd="0" parTransId="{24845785-5884-4650-8134-9BDC3EF1B200}" sibTransId="{88D51144-0E4A-4D7C-908F-4D46AE492FC5}"/>
    <dgm:cxn modelId="{FA171252-DFD9-49CD-91A6-D0AA393EE2C5}" type="presOf" srcId="{8E6E76DA-7F1B-45DD-95D8-066899F81AF4}" destId="{01959349-00EA-46D5-A49A-2E4B9E0E0A03}" srcOrd="0" destOrd="0" presId="urn:microsoft.com/office/officeart/2018/2/layout/IconLabelDescriptionList"/>
    <dgm:cxn modelId="{CF4B43D9-A06A-4B55-845D-B73999C62A35}" type="presParOf" srcId="{01959349-00EA-46D5-A49A-2E4B9E0E0A03}" destId="{F8E7D870-5E24-4222-9B46-5CA11022BF66}" srcOrd="0" destOrd="0" presId="urn:microsoft.com/office/officeart/2018/2/layout/IconLabelDescriptionList"/>
    <dgm:cxn modelId="{E4E27398-7B05-4743-BFDC-AF767DCC6614}" type="presParOf" srcId="{F8E7D870-5E24-4222-9B46-5CA11022BF66}" destId="{3C12BFC3-F930-4B0B-91F9-890BF39C5A56}" srcOrd="0" destOrd="0" presId="urn:microsoft.com/office/officeart/2018/2/layout/IconLabelDescriptionList"/>
    <dgm:cxn modelId="{91147915-603A-4C47-93F9-FD57D79E59B4}" type="presParOf" srcId="{F8E7D870-5E24-4222-9B46-5CA11022BF66}" destId="{8D813B5A-A9A2-40C1-AE73-1DDD051B419D}" srcOrd="1" destOrd="0" presId="urn:microsoft.com/office/officeart/2018/2/layout/IconLabelDescriptionList"/>
    <dgm:cxn modelId="{CF736183-90AC-477C-9199-44C847E5CC01}" type="presParOf" srcId="{F8E7D870-5E24-4222-9B46-5CA11022BF66}" destId="{30D0DAE3-C9F9-403C-9E98-B85EC6C2391A}" srcOrd="2" destOrd="0" presId="urn:microsoft.com/office/officeart/2018/2/layout/IconLabelDescriptionList"/>
    <dgm:cxn modelId="{93D00F34-1413-4F11-9FFE-FF27F8191EF3}" type="presParOf" srcId="{F8E7D870-5E24-4222-9B46-5CA11022BF66}" destId="{38FF3449-8ECD-4007-AA97-216090B1D1AE}" srcOrd="3" destOrd="0" presId="urn:microsoft.com/office/officeart/2018/2/layout/IconLabelDescriptionList"/>
    <dgm:cxn modelId="{2249BB7C-C49B-4A05-910D-0BB5BA8B5B10}" type="presParOf" srcId="{F8E7D870-5E24-4222-9B46-5CA11022BF66}" destId="{29B383D7-689E-4084-BEEE-85F21728D73C}" srcOrd="4" destOrd="0" presId="urn:microsoft.com/office/officeart/2018/2/layout/IconLabelDescriptionList"/>
    <dgm:cxn modelId="{69A1F635-C6B7-4138-869C-86FB62D7F314}" type="presParOf" srcId="{01959349-00EA-46D5-A49A-2E4B9E0E0A03}" destId="{1E35E211-7561-406C-A5C3-ED596F96EB51}" srcOrd="1" destOrd="0" presId="urn:microsoft.com/office/officeart/2018/2/layout/IconLabelDescriptionList"/>
    <dgm:cxn modelId="{BF1158E8-C788-48FA-AE51-128A946FDE60}" type="presParOf" srcId="{01959349-00EA-46D5-A49A-2E4B9E0E0A03}" destId="{DA0A8B25-0B1A-48B3-A0CE-A8CB930A1C9E}" srcOrd="2" destOrd="0" presId="urn:microsoft.com/office/officeart/2018/2/layout/IconLabelDescriptionList"/>
    <dgm:cxn modelId="{80553DFA-5BCB-4C1B-ABAA-0056AD9E0181}" type="presParOf" srcId="{DA0A8B25-0B1A-48B3-A0CE-A8CB930A1C9E}" destId="{B23D1349-40DC-48E5-A91A-09C735243F3D}" srcOrd="0" destOrd="0" presId="urn:microsoft.com/office/officeart/2018/2/layout/IconLabelDescriptionList"/>
    <dgm:cxn modelId="{7E205886-54B0-49E0-ABC4-C503DA2D56D7}" type="presParOf" srcId="{DA0A8B25-0B1A-48B3-A0CE-A8CB930A1C9E}" destId="{7C9320C4-7BF7-4577-893B-85E9843228D7}" srcOrd="1" destOrd="0" presId="urn:microsoft.com/office/officeart/2018/2/layout/IconLabelDescriptionList"/>
    <dgm:cxn modelId="{B00106E0-E29A-4E6C-BCF6-F3AE57630612}" type="presParOf" srcId="{DA0A8B25-0B1A-48B3-A0CE-A8CB930A1C9E}" destId="{51D4B583-1D61-4E79-9930-310B539D1E40}" srcOrd="2" destOrd="0" presId="urn:microsoft.com/office/officeart/2018/2/layout/IconLabelDescriptionList"/>
    <dgm:cxn modelId="{D947CF6A-6438-4323-9698-CF82CD341547}" type="presParOf" srcId="{DA0A8B25-0B1A-48B3-A0CE-A8CB930A1C9E}" destId="{9AF079A6-D64E-4325-A282-6E11495E3E8D}" srcOrd="3" destOrd="0" presId="urn:microsoft.com/office/officeart/2018/2/layout/IconLabelDescriptionList"/>
    <dgm:cxn modelId="{58D979E5-9D2B-42B2-96C3-32A9AE264673}" type="presParOf" srcId="{DA0A8B25-0B1A-48B3-A0CE-A8CB930A1C9E}" destId="{B653A79B-6625-478B-AC07-A548D4BFDABD}" srcOrd="4" destOrd="0" presId="urn:microsoft.com/office/officeart/2018/2/layout/IconLabelDescriptionList"/>
    <dgm:cxn modelId="{FDE5C46F-1329-46B5-8E20-4AB991535825}" type="presParOf" srcId="{01959349-00EA-46D5-A49A-2E4B9E0E0A03}" destId="{B565CF2F-1321-46EA-AB15-1B23E929F71D}" srcOrd="3" destOrd="0" presId="urn:microsoft.com/office/officeart/2018/2/layout/IconLabelDescriptionList"/>
    <dgm:cxn modelId="{78508C47-71EB-4B36-AD1A-0CF8E4473236}" type="presParOf" srcId="{01959349-00EA-46D5-A49A-2E4B9E0E0A03}" destId="{38DAA6FD-7ED8-4059-B2F7-CA4760BD1255}" srcOrd="4" destOrd="0" presId="urn:microsoft.com/office/officeart/2018/2/layout/IconLabelDescriptionList"/>
    <dgm:cxn modelId="{66D174D9-C32B-43D8-A65F-B089D0E8D235}" type="presParOf" srcId="{38DAA6FD-7ED8-4059-B2F7-CA4760BD1255}" destId="{0AE36734-95B2-4775-B265-2743C2B4D98B}" srcOrd="0" destOrd="0" presId="urn:microsoft.com/office/officeart/2018/2/layout/IconLabelDescriptionList"/>
    <dgm:cxn modelId="{1EA8C4BF-114F-4B22-8AAE-7D022D757184}" type="presParOf" srcId="{38DAA6FD-7ED8-4059-B2F7-CA4760BD1255}" destId="{CF1A0298-7C39-4C28-9B84-60B24F68FEA8}" srcOrd="1" destOrd="0" presId="urn:microsoft.com/office/officeart/2018/2/layout/IconLabelDescriptionList"/>
    <dgm:cxn modelId="{CC1425F7-736C-4185-8C82-84999AD5CFBF}" type="presParOf" srcId="{38DAA6FD-7ED8-4059-B2F7-CA4760BD1255}" destId="{B8088049-11B7-44A3-84F9-80B6D62B2721}" srcOrd="2" destOrd="0" presId="urn:microsoft.com/office/officeart/2018/2/layout/IconLabelDescriptionList"/>
    <dgm:cxn modelId="{F2F8680A-D19F-4A91-8339-4262A7619431}" type="presParOf" srcId="{38DAA6FD-7ED8-4059-B2F7-CA4760BD1255}" destId="{8B036AAF-8618-4984-A133-00AC64EB4E80}" srcOrd="3" destOrd="0" presId="urn:microsoft.com/office/officeart/2018/2/layout/IconLabelDescriptionList"/>
    <dgm:cxn modelId="{6153EF04-8BC8-4B8E-AF36-D588F147D98D}" type="presParOf" srcId="{38DAA6FD-7ED8-4059-B2F7-CA4760BD1255}" destId="{0ED83D27-2CE3-4C61-9ED8-80479E87C22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7B8DB0-9C12-49FC-AD38-002ADF498044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BA22B45-D7D5-4BD2-8389-C7F8EA0A86AD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b="0" dirty="0">
              <a:solidFill>
                <a:schemeClr val="tx1"/>
              </a:solidFill>
            </a:rPr>
            <a:t>It is the multiplying energy of a combined intelligence in a group</a:t>
          </a:r>
        </a:p>
      </dgm:t>
    </dgm:pt>
    <dgm:pt modelId="{807A5FA9-46CB-4723-9354-56EF5009957C}" type="parTrans" cxnId="{CBE22E60-236F-40FC-AC27-E0E14BAE111B}">
      <dgm:prSet/>
      <dgm:spPr/>
      <dgm:t>
        <a:bodyPr/>
        <a:lstStyle/>
        <a:p>
          <a:endParaRPr lang="en-US"/>
        </a:p>
      </dgm:t>
    </dgm:pt>
    <dgm:pt modelId="{DAE324C6-898C-4587-BAC9-D8ADC30EDA92}" type="sibTrans" cxnId="{CBE22E60-236F-40FC-AC27-E0E14BAE111B}">
      <dgm:prSet/>
      <dgm:spPr/>
      <dgm:t>
        <a:bodyPr/>
        <a:lstStyle/>
        <a:p>
          <a:endParaRPr lang="en-US"/>
        </a:p>
      </dgm:t>
    </dgm:pt>
    <dgm:pt modelId="{3820BF6F-FD36-4607-8884-C8FA5036EA55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b="0" dirty="0">
              <a:solidFill>
                <a:schemeClr val="tx1"/>
              </a:solidFill>
            </a:rPr>
            <a:t>A combined effort is valued more than individual parts; e.g.,</a:t>
          </a:r>
        </a:p>
      </dgm:t>
    </dgm:pt>
    <dgm:pt modelId="{472BF8F7-D427-46E8-A521-40BA3CAC7ED2}" type="parTrans" cxnId="{C8EC2EDC-7ECC-4D96-8600-5E29F4FB1CF5}">
      <dgm:prSet/>
      <dgm:spPr/>
      <dgm:t>
        <a:bodyPr/>
        <a:lstStyle/>
        <a:p>
          <a:endParaRPr lang="en-US"/>
        </a:p>
      </dgm:t>
    </dgm:pt>
    <dgm:pt modelId="{37F94E31-13F6-4515-8007-A04C4E16501C}" type="sibTrans" cxnId="{C8EC2EDC-7ECC-4D96-8600-5E29F4FB1CF5}">
      <dgm:prSet/>
      <dgm:spPr/>
      <dgm:t>
        <a:bodyPr/>
        <a:lstStyle/>
        <a:p>
          <a:endParaRPr lang="en-US"/>
        </a:p>
      </dgm:t>
    </dgm:pt>
    <dgm:pt modelId="{35989E1F-8ED0-4207-9E6A-A0D6BA5A7968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2800" i="1" dirty="0">
              <a:solidFill>
                <a:srgbClr val="002060"/>
              </a:solidFill>
            </a:rPr>
            <a:t>Many sports record books are filled with ‘no-name teams’</a:t>
          </a:r>
        </a:p>
      </dgm:t>
    </dgm:pt>
    <dgm:pt modelId="{2B1799DD-7E96-4603-B820-47631C7B4BD3}" type="parTrans" cxnId="{7B025C98-2F50-42C9-AF81-7184EB9A5B1F}">
      <dgm:prSet/>
      <dgm:spPr/>
      <dgm:t>
        <a:bodyPr/>
        <a:lstStyle/>
        <a:p>
          <a:endParaRPr lang="en-US"/>
        </a:p>
      </dgm:t>
    </dgm:pt>
    <dgm:pt modelId="{CD99121F-9372-49DC-99B8-2B766304482C}" type="sibTrans" cxnId="{7B025C98-2F50-42C9-AF81-7184EB9A5B1F}">
      <dgm:prSet/>
      <dgm:spPr/>
      <dgm:t>
        <a:bodyPr/>
        <a:lstStyle/>
        <a:p>
          <a:endParaRPr lang="en-US"/>
        </a:p>
      </dgm:t>
    </dgm:pt>
    <dgm:pt modelId="{7D8AA6F9-E9E3-4E1F-9871-187224469418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2800" i="1" dirty="0">
              <a:solidFill>
                <a:srgbClr val="002060"/>
              </a:solidFill>
            </a:rPr>
            <a:t>Unknown soldiers/ martyrs of a battle</a:t>
          </a:r>
        </a:p>
      </dgm:t>
    </dgm:pt>
    <dgm:pt modelId="{50E298E8-218D-4675-B9D5-6BCCFA2EEB32}" type="parTrans" cxnId="{987EBE00-733F-4C23-8A59-95FA6641D9D6}">
      <dgm:prSet/>
      <dgm:spPr/>
      <dgm:t>
        <a:bodyPr/>
        <a:lstStyle/>
        <a:p>
          <a:endParaRPr lang="en-US"/>
        </a:p>
      </dgm:t>
    </dgm:pt>
    <dgm:pt modelId="{758CBD44-CD2D-4E4B-88C4-DED24E25F6BC}" type="sibTrans" cxnId="{987EBE00-733F-4C23-8A59-95FA6641D9D6}">
      <dgm:prSet/>
      <dgm:spPr/>
      <dgm:t>
        <a:bodyPr/>
        <a:lstStyle/>
        <a:p>
          <a:endParaRPr lang="en-US"/>
        </a:p>
      </dgm:t>
    </dgm:pt>
    <dgm:pt modelId="{697389B1-F9E8-45F1-A59C-BE30741C781D}" type="pres">
      <dgm:prSet presAssocID="{D87B8DB0-9C12-49FC-AD38-002ADF49804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FDDF213-C726-4BFD-B167-385B719F4BFA}" type="pres">
      <dgm:prSet presAssocID="{FBA22B45-D7D5-4BD2-8389-C7F8EA0A86AD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B604F9-CF19-4291-8F92-93D90E540F75}" type="pres">
      <dgm:prSet presAssocID="{DAE324C6-898C-4587-BAC9-D8ADC30EDA92}" presName="spacer" presStyleCnt="0"/>
      <dgm:spPr/>
    </dgm:pt>
    <dgm:pt modelId="{B36BA259-EA80-43A6-A810-14477233B1C9}" type="pres">
      <dgm:prSet presAssocID="{3820BF6F-FD36-4607-8884-C8FA5036EA5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BAC1B3-D357-4251-BE6D-A802BCDF1AAD}" type="pres">
      <dgm:prSet presAssocID="{37F94E31-13F6-4515-8007-A04C4E16501C}" presName="spacer" presStyleCnt="0"/>
      <dgm:spPr/>
    </dgm:pt>
    <dgm:pt modelId="{D962D7C9-9B7F-46E3-9A8F-1280DF6D33C0}" type="pres">
      <dgm:prSet presAssocID="{35989E1F-8ED0-4207-9E6A-A0D6BA5A796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9E77A0-74BA-4F35-A008-EC4A62756890}" type="pres">
      <dgm:prSet presAssocID="{CD99121F-9372-49DC-99B8-2B766304482C}" presName="spacer" presStyleCnt="0"/>
      <dgm:spPr/>
    </dgm:pt>
    <dgm:pt modelId="{4F68AABB-802A-4466-8A51-9B1BCBB8FAF5}" type="pres">
      <dgm:prSet presAssocID="{7D8AA6F9-E9E3-4E1F-9871-187224469418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BE22E60-236F-40FC-AC27-E0E14BAE111B}" srcId="{D87B8DB0-9C12-49FC-AD38-002ADF498044}" destId="{FBA22B45-D7D5-4BD2-8389-C7F8EA0A86AD}" srcOrd="0" destOrd="0" parTransId="{807A5FA9-46CB-4723-9354-56EF5009957C}" sibTransId="{DAE324C6-898C-4587-BAC9-D8ADC30EDA92}"/>
    <dgm:cxn modelId="{E630D879-1289-498A-A7CE-5CA0DB013C4B}" type="presOf" srcId="{35989E1F-8ED0-4207-9E6A-A0D6BA5A7968}" destId="{D962D7C9-9B7F-46E3-9A8F-1280DF6D33C0}" srcOrd="0" destOrd="0" presId="urn:microsoft.com/office/officeart/2005/8/layout/vList2"/>
    <dgm:cxn modelId="{E36F7322-CD62-431A-B1AA-04DC99D83E3E}" type="presOf" srcId="{3820BF6F-FD36-4607-8884-C8FA5036EA55}" destId="{B36BA259-EA80-43A6-A810-14477233B1C9}" srcOrd="0" destOrd="0" presId="urn:microsoft.com/office/officeart/2005/8/layout/vList2"/>
    <dgm:cxn modelId="{4818A032-BDBC-4CD8-A886-B6993C4AF168}" type="presOf" srcId="{FBA22B45-D7D5-4BD2-8389-C7F8EA0A86AD}" destId="{EFDDF213-C726-4BFD-B167-385B719F4BFA}" srcOrd="0" destOrd="0" presId="urn:microsoft.com/office/officeart/2005/8/layout/vList2"/>
    <dgm:cxn modelId="{7B025C98-2F50-42C9-AF81-7184EB9A5B1F}" srcId="{D87B8DB0-9C12-49FC-AD38-002ADF498044}" destId="{35989E1F-8ED0-4207-9E6A-A0D6BA5A7968}" srcOrd="2" destOrd="0" parTransId="{2B1799DD-7E96-4603-B820-47631C7B4BD3}" sibTransId="{CD99121F-9372-49DC-99B8-2B766304482C}"/>
    <dgm:cxn modelId="{987EBE00-733F-4C23-8A59-95FA6641D9D6}" srcId="{D87B8DB0-9C12-49FC-AD38-002ADF498044}" destId="{7D8AA6F9-E9E3-4E1F-9871-187224469418}" srcOrd="3" destOrd="0" parTransId="{50E298E8-218D-4675-B9D5-6BCCFA2EEB32}" sibTransId="{758CBD44-CD2D-4E4B-88C4-DED24E25F6BC}"/>
    <dgm:cxn modelId="{C8EC2EDC-7ECC-4D96-8600-5E29F4FB1CF5}" srcId="{D87B8DB0-9C12-49FC-AD38-002ADF498044}" destId="{3820BF6F-FD36-4607-8884-C8FA5036EA55}" srcOrd="1" destOrd="0" parTransId="{472BF8F7-D427-46E8-A521-40BA3CAC7ED2}" sibTransId="{37F94E31-13F6-4515-8007-A04C4E16501C}"/>
    <dgm:cxn modelId="{39A17B30-59E3-49EF-9AE7-F53F8E6E175C}" type="presOf" srcId="{D87B8DB0-9C12-49FC-AD38-002ADF498044}" destId="{697389B1-F9E8-45F1-A59C-BE30741C781D}" srcOrd="0" destOrd="0" presId="urn:microsoft.com/office/officeart/2005/8/layout/vList2"/>
    <dgm:cxn modelId="{761833D9-39B3-4D74-84E0-94B3641D8114}" type="presOf" srcId="{7D8AA6F9-E9E3-4E1F-9871-187224469418}" destId="{4F68AABB-802A-4466-8A51-9B1BCBB8FAF5}" srcOrd="0" destOrd="0" presId="urn:microsoft.com/office/officeart/2005/8/layout/vList2"/>
    <dgm:cxn modelId="{EAD32E3C-2454-4BE4-8B74-69500802C5CA}" type="presParOf" srcId="{697389B1-F9E8-45F1-A59C-BE30741C781D}" destId="{EFDDF213-C726-4BFD-B167-385B719F4BFA}" srcOrd="0" destOrd="0" presId="urn:microsoft.com/office/officeart/2005/8/layout/vList2"/>
    <dgm:cxn modelId="{337CAA7E-2832-45E5-B013-448351F356C7}" type="presParOf" srcId="{697389B1-F9E8-45F1-A59C-BE30741C781D}" destId="{11B604F9-CF19-4291-8F92-93D90E540F75}" srcOrd="1" destOrd="0" presId="urn:microsoft.com/office/officeart/2005/8/layout/vList2"/>
    <dgm:cxn modelId="{D2C3071E-C0B8-4483-9082-44178604F523}" type="presParOf" srcId="{697389B1-F9E8-45F1-A59C-BE30741C781D}" destId="{B36BA259-EA80-43A6-A810-14477233B1C9}" srcOrd="2" destOrd="0" presId="urn:microsoft.com/office/officeart/2005/8/layout/vList2"/>
    <dgm:cxn modelId="{1F1EB754-F8E8-4953-9BB1-9A668E1BC23A}" type="presParOf" srcId="{697389B1-F9E8-45F1-A59C-BE30741C781D}" destId="{4ABAC1B3-D357-4251-BE6D-A802BCDF1AAD}" srcOrd="3" destOrd="0" presId="urn:microsoft.com/office/officeart/2005/8/layout/vList2"/>
    <dgm:cxn modelId="{4211329D-20D4-4862-8F8F-E5CD114DB688}" type="presParOf" srcId="{697389B1-F9E8-45F1-A59C-BE30741C781D}" destId="{D962D7C9-9B7F-46E3-9A8F-1280DF6D33C0}" srcOrd="4" destOrd="0" presId="urn:microsoft.com/office/officeart/2005/8/layout/vList2"/>
    <dgm:cxn modelId="{847103E8-E00E-4A66-8B9B-38999C7C06AF}" type="presParOf" srcId="{697389B1-F9E8-45F1-A59C-BE30741C781D}" destId="{839E77A0-74BA-4F35-A008-EC4A62756890}" srcOrd="5" destOrd="0" presId="urn:microsoft.com/office/officeart/2005/8/layout/vList2"/>
    <dgm:cxn modelId="{CC285F66-15FA-4435-8D83-25D1322FE86F}" type="presParOf" srcId="{697389B1-F9E8-45F1-A59C-BE30741C781D}" destId="{4F68AABB-802A-4466-8A51-9B1BCBB8FAF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B70867-CA29-4E84-B5D2-0D85268700D0}">
      <dsp:nvSpPr>
        <dsp:cNvPr id="0" name=""/>
        <dsp:cNvSpPr/>
      </dsp:nvSpPr>
      <dsp:spPr>
        <a:xfrm>
          <a:off x="3277" y="1418270"/>
          <a:ext cx="2876042" cy="1725625"/>
        </a:xfrm>
        <a:prstGeom prst="roundRect">
          <a:avLst>
            <a:gd name="adj" fmla="val 10000"/>
          </a:avLst>
        </a:prstGeom>
        <a:gradFill rotWithShape="0">
          <a:gsLst>
            <a:gs pos="90000">
              <a:schemeClr val="accent6">
                <a:lumMod val="20000"/>
                <a:lumOff val="8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</a:rPr>
            <a:t>Healthy groups have goals that benefit the members and the larger society</a:t>
          </a:r>
        </a:p>
      </dsp:txBody>
      <dsp:txXfrm>
        <a:off x="53819" y="1468812"/>
        <a:ext cx="2774958" cy="1624541"/>
      </dsp:txXfrm>
    </dsp:sp>
    <dsp:sp modelId="{D7948AAC-C021-46AF-8254-B4CEDCF42ACE}">
      <dsp:nvSpPr>
        <dsp:cNvPr id="0" name=""/>
        <dsp:cNvSpPr/>
      </dsp:nvSpPr>
      <dsp:spPr>
        <a:xfrm>
          <a:off x="3166924" y="1924454"/>
          <a:ext cx="609721" cy="7132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3166924" y="2067106"/>
        <a:ext cx="426805" cy="427954"/>
      </dsp:txXfrm>
    </dsp:sp>
    <dsp:sp modelId="{6F2B22EF-9EF8-499B-BB35-856C8D230673}">
      <dsp:nvSpPr>
        <dsp:cNvPr id="0" name=""/>
        <dsp:cNvSpPr/>
      </dsp:nvSpPr>
      <dsp:spPr>
        <a:xfrm>
          <a:off x="4029737" y="1418270"/>
          <a:ext cx="2876042" cy="1725625"/>
        </a:xfrm>
        <a:prstGeom prst="roundRect">
          <a:avLst>
            <a:gd name="adj" fmla="val 10000"/>
          </a:avLst>
        </a:prstGeom>
        <a:gradFill rotWithShape="0">
          <a:gsLst>
            <a:gs pos="56000">
              <a:schemeClr val="accent2">
                <a:lumMod val="20000"/>
                <a:lumOff val="8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i="1" kern="1200" dirty="0">
              <a:solidFill>
                <a:schemeClr val="tx1"/>
              </a:solidFill>
            </a:rPr>
            <a:t>Require hard work and sacrifice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4080279" y="1468812"/>
        <a:ext cx="2774958" cy="1624541"/>
      </dsp:txXfrm>
    </dsp:sp>
    <dsp:sp modelId="{4B917014-121A-4182-9F2B-8B8102571FDD}">
      <dsp:nvSpPr>
        <dsp:cNvPr id="0" name=""/>
        <dsp:cNvSpPr/>
      </dsp:nvSpPr>
      <dsp:spPr>
        <a:xfrm>
          <a:off x="7193384" y="1924454"/>
          <a:ext cx="609721" cy="7132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7193384" y="2067106"/>
        <a:ext cx="426805" cy="427954"/>
      </dsp:txXfrm>
    </dsp:sp>
    <dsp:sp modelId="{58C4E06F-C697-41A7-AC72-D3BD49195B56}">
      <dsp:nvSpPr>
        <dsp:cNvPr id="0" name=""/>
        <dsp:cNvSpPr/>
      </dsp:nvSpPr>
      <dsp:spPr>
        <a:xfrm>
          <a:off x="8056196" y="1418270"/>
          <a:ext cx="2787920" cy="1725625"/>
        </a:xfrm>
        <a:prstGeom prst="roundRect">
          <a:avLst>
            <a:gd name="adj" fmla="val 10000"/>
          </a:avLst>
        </a:prstGeom>
        <a:gradFill rotWithShape="0">
          <a:gsLst>
            <a:gs pos="78000">
              <a:schemeClr val="bg2"/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i="1" kern="1200" dirty="0">
              <a:solidFill>
                <a:schemeClr val="tx1"/>
              </a:solidFill>
            </a:rPr>
            <a:t>Have no illegal or immoral </a:t>
          </a:r>
          <a:r>
            <a:rPr lang="en-US" sz="2000" i="1" kern="1200" dirty="0" smtClean="0">
              <a:solidFill>
                <a:schemeClr val="tx1"/>
              </a:solidFill>
            </a:rPr>
            <a:t>behavior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8106738" y="1468812"/>
        <a:ext cx="2686836" cy="16245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F82C9B-24CE-413E-BBF1-BE8E129ECF7C}">
      <dsp:nvSpPr>
        <dsp:cNvPr id="0" name=""/>
        <dsp:cNvSpPr/>
      </dsp:nvSpPr>
      <dsp:spPr>
        <a:xfrm>
          <a:off x="0" y="352015"/>
          <a:ext cx="10562258" cy="647595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>
              <a:solidFill>
                <a:srgbClr val="860000"/>
              </a:solidFill>
            </a:rPr>
            <a:t>The force that brings group members together</a:t>
          </a:r>
          <a:endParaRPr lang="en-US" sz="2700" kern="1200" dirty="0">
            <a:solidFill>
              <a:srgbClr val="860000"/>
            </a:solidFill>
          </a:endParaRPr>
        </a:p>
      </dsp:txBody>
      <dsp:txXfrm>
        <a:off x="31613" y="383628"/>
        <a:ext cx="10499032" cy="584369"/>
      </dsp:txXfrm>
    </dsp:sp>
    <dsp:sp modelId="{840FA9EA-F4CF-4E8D-9AED-472130119EED}">
      <dsp:nvSpPr>
        <dsp:cNvPr id="0" name=""/>
        <dsp:cNvSpPr/>
      </dsp:nvSpPr>
      <dsp:spPr>
        <a:xfrm>
          <a:off x="0" y="1077370"/>
          <a:ext cx="10562258" cy="647595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>
              <a:solidFill>
                <a:schemeClr val="tx1"/>
              </a:solidFill>
            </a:rPr>
            <a:t>Members genuinely cooperate, like and respect each other  </a:t>
          </a:r>
        </a:p>
      </dsp:txBody>
      <dsp:txXfrm>
        <a:off x="31613" y="1108983"/>
        <a:ext cx="10499032" cy="584369"/>
      </dsp:txXfrm>
    </dsp:sp>
    <dsp:sp modelId="{4A4DCE91-0491-49B2-B78B-9D0FAC1B8DBA}">
      <dsp:nvSpPr>
        <dsp:cNvPr id="0" name=""/>
        <dsp:cNvSpPr/>
      </dsp:nvSpPr>
      <dsp:spPr>
        <a:xfrm>
          <a:off x="0" y="1802725"/>
          <a:ext cx="10562258" cy="647595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>
              <a:solidFill>
                <a:schemeClr val="tx1"/>
              </a:solidFill>
            </a:rPr>
            <a:t>They do team building activities</a:t>
          </a:r>
        </a:p>
      </dsp:txBody>
      <dsp:txXfrm>
        <a:off x="31613" y="1834338"/>
        <a:ext cx="10499032" cy="584369"/>
      </dsp:txXfrm>
    </dsp:sp>
    <dsp:sp modelId="{F0409E8E-5B67-4E2C-B089-310839F33EF0}">
      <dsp:nvSpPr>
        <dsp:cNvPr id="0" name=""/>
        <dsp:cNvSpPr/>
      </dsp:nvSpPr>
      <dsp:spPr>
        <a:xfrm>
          <a:off x="0" y="2528080"/>
          <a:ext cx="10562258" cy="647595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>
              <a:solidFill>
                <a:srgbClr val="860000"/>
              </a:solidFill>
            </a:rPr>
            <a:t>Five factors help build cohesiveness:</a:t>
          </a:r>
          <a:endParaRPr lang="en-US" sz="2700" kern="1200" dirty="0">
            <a:solidFill>
              <a:srgbClr val="860000"/>
            </a:solidFill>
          </a:endParaRPr>
        </a:p>
      </dsp:txBody>
      <dsp:txXfrm>
        <a:off x="31613" y="2559693"/>
        <a:ext cx="10499032" cy="584369"/>
      </dsp:txXfrm>
    </dsp:sp>
    <dsp:sp modelId="{F018041D-40CF-4B82-A9D9-38C8002C7EA6}">
      <dsp:nvSpPr>
        <dsp:cNvPr id="0" name=""/>
        <dsp:cNvSpPr/>
      </dsp:nvSpPr>
      <dsp:spPr>
        <a:xfrm>
          <a:off x="0" y="3175675"/>
          <a:ext cx="10562258" cy="1704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5352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When members are attracted to group’s purpose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When membership is voluntary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Members are free to express their honest opinions; even when they disagree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Support, encourage, and provide positive feedback to each other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Members perceive achieving goals and they celebrate accomplishments</a:t>
          </a:r>
        </a:p>
      </dsp:txBody>
      <dsp:txXfrm>
        <a:off x="0" y="3175675"/>
        <a:ext cx="10562258" cy="17046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12BFC3-F930-4B0B-91F9-890BF39C5A56}">
      <dsp:nvSpPr>
        <dsp:cNvPr id="0" name=""/>
        <dsp:cNvSpPr/>
      </dsp:nvSpPr>
      <dsp:spPr>
        <a:xfrm>
          <a:off x="943" y="318070"/>
          <a:ext cx="1102992" cy="11029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0DAE3-C9F9-403C-9E98-B85EC6C2391A}">
      <dsp:nvSpPr>
        <dsp:cNvPr id="0" name=""/>
        <dsp:cNvSpPr/>
      </dsp:nvSpPr>
      <dsp:spPr>
        <a:xfrm>
          <a:off x="943" y="1603092"/>
          <a:ext cx="3151406" cy="1122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2000" b="0" kern="1200" dirty="0"/>
            <a:t>All group members are held responsible for adhering to group norms/ goals</a:t>
          </a:r>
        </a:p>
      </dsp:txBody>
      <dsp:txXfrm>
        <a:off x="943" y="1603092"/>
        <a:ext cx="3151406" cy="1122688"/>
      </dsp:txXfrm>
    </dsp:sp>
    <dsp:sp modelId="{29B383D7-689E-4084-BEEE-85F21728D73C}">
      <dsp:nvSpPr>
        <dsp:cNvPr id="0" name=""/>
        <dsp:cNvSpPr/>
      </dsp:nvSpPr>
      <dsp:spPr>
        <a:xfrm>
          <a:off x="943" y="2810446"/>
          <a:ext cx="3151406" cy="1740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3D1349-40DC-48E5-A91A-09C735243F3D}">
      <dsp:nvSpPr>
        <dsp:cNvPr id="0" name=""/>
        <dsp:cNvSpPr/>
      </dsp:nvSpPr>
      <dsp:spPr>
        <a:xfrm>
          <a:off x="3703845" y="318070"/>
          <a:ext cx="1102992" cy="11029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4B583-1D61-4E79-9930-310B539D1E40}">
      <dsp:nvSpPr>
        <dsp:cNvPr id="0" name=""/>
        <dsp:cNvSpPr/>
      </dsp:nvSpPr>
      <dsp:spPr>
        <a:xfrm>
          <a:off x="3703845" y="1603092"/>
          <a:ext cx="3151406" cy="1122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2100" b="0" kern="1200" dirty="0"/>
            <a:t>Violations of any norms may bring sanctions per severity level</a:t>
          </a:r>
        </a:p>
      </dsp:txBody>
      <dsp:txXfrm>
        <a:off x="3703845" y="1603092"/>
        <a:ext cx="3151406" cy="1122688"/>
      </dsp:txXfrm>
    </dsp:sp>
    <dsp:sp modelId="{B653A79B-6625-478B-AC07-A548D4BFDABD}">
      <dsp:nvSpPr>
        <dsp:cNvPr id="0" name=""/>
        <dsp:cNvSpPr/>
      </dsp:nvSpPr>
      <dsp:spPr>
        <a:xfrm>
          <a:off x="3703845" y="2810446"/>
          <a:ext cx="3151406" cy="1740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E36734-95B2-4775-B265-2743C2B4D98B}">
      <dsp:nvSpPr>
        <dsp:cNvPr id="0" name=""/>
        <dsp:cNvSpPr/>
      </dsp:nvSpPr>
      <dsp:spPr>
        <a:xfrm>
          <a:off x="7406748" y="318070"/>
          <a:ext cx="1102992" cy="11029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88049-11B7-44A3-84F9-80B6D62B2721}">
      <dsp:nvSpPr>
        <dsp:cNvPr id="0" name=""/>
        <dsp:cNvSpPr/>
      </dsp:nvSpPr>
      <dsp:spPr>
        <a:xfrm>
          <a:off x="7406748" y="1603092"/>
          <a:ext cx="3151406" cy="1122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2100" b="0" kern="1200" dirty="0"/>
            <a:t>Also means changing counterproductive norms by:</a:t>
          </a:r>
        </a:p>
      </dsp:txBody>
      <dsp:txXfrm>
        <a:off x="7406748" y="1603092"/>
        <a:ext cx="3151406" cy="1122688"/>
      </dsp:txXfrm>
    </dsp:sp>
    <dsp:sp modelId="{0ED83D27-2CE3-4C61-9ED8-80479E87C22E}">
      <dsp:nvSpPr>
        <dsp:cNvPr id="0" name=""/>
        <dsp:cNvSpPr/>
      </dsp:nvSpPr>
      <dsp:spPr>
        <a:xfrm>
          <a:off x="7406748" y="2810446"/>
          <a:ext cx="3151406" cy="1740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Observing a norm and its outcome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Describing the results of a norm to group members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Endorsing opinions of other group members</a:t>
          </a:r>
        </a:p>
      </dsp:txBody>
      <dsp:txXfrm>
        <a:off x="7406748" y="2810446"/>
        <a:ext cx="3151406" cy="17408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DDF213-C726-4BFD-B167-385B719F4BFA}">
      <dsp:nvSpPr>
        <dsp:cNvPr id="0" name=""/>
        <dsp:cNvSpPr/>
      </dsp:nvSpPr>
      <dsp:spPr>
        <a:xfrm>
          <a:off x="0" y="32109"/>
          <a:ext cx="6832212" cy="1233179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0" kern="1200" dirty="0">
              <a:solidFill>
                <a:schemeClr val="tx1"/>
              </a:solidFill>
            </a:rPr>
            <a:t>It is the multiplying energy of a combined intelligence in a group</a:t>
          </a:r>
        </a:p>
      </dsp:txBody>
      <dsp:txXfrm>
        <a:off x="60199" y="92308"/>
        <a:ext cx="6711814" cy="1112781"/>
      </dsp:txXfrm>
    </dsp:sp>
    <dsp:sp modelId="{B36BA259-EA80-43A6-A810-14477233B1C9}">
      <dsp:nvSpPr>
        <dsp:cNvPr id="0" name=""/>
        <dsp:cNvSpPr/>
      </dsp:nvSpPr>
      <dsp:spPr>
        <a:xfrm>
          <a:off x="0" y="1354569"/>
          <a:ext cx="6832212" cy="1233179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0" kern="1200" dirty="0">
              <a:solidFill>
                <a:schemeClr val="tx1"/>
              </a:solidFill>
            </a:rPr>
            <a:t>A combined effort is valued more than individual parts; e.g.,</a:t>
          </a:r>
        </a:p>
      </dsp:txBody>
      <dsp:txXfrm>
        <a:off x="60199" y="1414768"/>
        <a:ext cx="6711814" cy="1112781"/>
      </dsp:txXfrm>
    </dsp:sp>
    <dsp:sp modelId="{D962D7C9-9B7F-46E3-9A8F-1280DF6D33C0}">
      <dsp:nvSpPr>
        <dsp:cNvPr id="0" name=""/>
        <dsp:cNvSpPr/>
      </dsp:nvSpPr>
      <dsp:spPr>
        <a:xfrm>
          <a:off x="0" y="2677029"/>
          <a:ext cx="6832212" cy="1233179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i="1" kern="1200" dirty="0">
              <a:solidFill>
                <a:srgbClr val="002060"/>
              </a:solidFill>
            </a:rPr>
            <a:t>Many sports record books are filled with ‘no-name teams’</a:t>
          </a:r>
        </a:p>
      </dsp:txBody>
      <dsp:txXfrm>
        <a:off x="60199" y="2737228"/>
        <a:ext cx="6711814" cy="1112781"/>
      </dsp:txXfrm>
    </dsp:sp>
    <dsp:sp modelId="{4F68AABB-802A-4466-8A51-9B1BCBB8FAF5}">
      <dsp:nvSpPr>
        <dsp:cNvPr id="0" name=""/>
        <dsp:cNvSpPr/>
      </dsp:nvSpPr>
      <dsp:spPr>
        <a:xfrm>
          <a:off x="0" y="3999489"/>
          <a:ext cx="6832212" cy="1233179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i="1" kern="1200" dirty="0">
              <a:solidFill>
                <a:srgbClr val="002060"/>
              </a:solidFill>
            </a:rPr>
            <a:t>Unknown soldiers/ martyrs of a battle</a:t>
          </a:r>
        </a:p>
      </dsp:txBody>
      <dsp:txXfrm>
        <a:off x="60199" y="4059688"/>
        <a:ext cx="6711814" cy="111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C4F1B-74B0-4C1D-9D2B-093A8CAF4F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BC72F-C1B8-44FC-840A-863B1AF86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6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80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20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31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67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30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67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xmlns="" id="{6D356F1A-690D-401E-8CF3-E4686CDFEC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xmlns="" id="{F398A7BA-9279-4363-9D59-238782AB6B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3657608" y="228600"/>
            <a:ext cx="2851523" cy="6638625"/>
            <a:chOff x="2487613" y="285750"/>
            <a:chExt cx="2428875" cy="5654676"/>
          </a:xfrm>
        </p:grpSpPr>
        <p:sp>
          <p:nvSpPr>
            <p:cNvPr id="57" name="Freeform 11">
              <a:extLst>
                <a:ext uri="{FF2B5EF4-FFF2-40B4-BE49-F238E27FC236}">
                  <a16:creationId xmlns:a16="http://schemas.microsoft.com/office/drawing/2014/main" xmlns="" id="{8ACCBEEF-7085-4833-8335-E4613C0A171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2">
              <a:extLst>
                <a:ext uri="{FF2B5EF4-FFF2-40B4-BE49-F238E27FC236}">
                  <a16:creationId xmlns:a16="http://schemas.microsoft.com/office/drawing/2014/main" xmlns="" id="{B39C0EC5-6C91-409A-AB3F-D66AF23E9EA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xmlns="" id="{4D4A9340-30CF-474C-AC93-3E9048DFE9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xmlns="" id="{C2D90565-D660-46B2-B574-5A6E37C8B1D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xmlns="" id="{4ADDF1F8-3D32-49F9-8A53-B01C2D92CC7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xmlns="" id="{DD712377-DF82-454C-8AF4-CA681129289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xmlns="" id="{694E1871-CC0E-4704-902D-A324F58E490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8">
              <a:extLst>
                <a:ext uri="{FF2B5EF4-FFF2-40B4-BE49-F238E27FC236}">
                  <a16:creationId xmlns:a16="http://schemas.microsoft.com/office/drawing/2014/main" xmlns="" id="{6CEE1CA2-8DDF-468B-B5E5-B584B84BD62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xmlns="" id="{AAA4172B-3921-482A-ABEF-E70C9242A45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xmlns="" id="{6D277B64-E367-442D-B59F-993A458565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xmlns="" id="{B4BA4199-8677-44FF-BD30-63130A0F5D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xmlns="" id="{A890CEB5-09DD-4185-9405-A39BA640504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xmlns="" id="{3B88DAD3-AF6F-4D6C-8512-7239A69A40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3684823" y="-786"/>
            <a:ext cx="2356675" cy="6854040"/>
            <a:chOff x="6627813" y="194833"/>
            <a:chExt cx="1952625" cy="5678918"/>
          </a:xfrm>
        </p:grpSpPr>
        <p:sp>
          <p:nvSpPr>
            <p:cNvPr id="71" name="Freeform 27">
              <a:extLst>
                <a:ext uri="{FF2B5EF4-FFF2-40B4-BE49-F238E27FC236}">
                  <a16:creationId xmlns:a16="http://schemas.microsoft.com/office/drawing/2014/main" xmlns="" id="{1BA39A29-3A4E-4822-A540-9AD6ACCBA9B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28">
              <a:extLst>
                <a:ext uri="{FF2B5EF4-FFF2-40B4-BE49-F238E27FC236}">
                  <a16:creationId xmlns:a16="http://schemas.microsoft.com/office/drawing/2014/main" xmlns="" id="{B2ACACE6-15B3-4FAF-AA08-E1006B3FD5E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29">
              <a:extLst>
                <a:ext uri="{FF2B5EF4-FFF2-40B4-BE49-F238E27FC236}">
                  <a16:creationId xmlns:a16="http://schemas.microsoft.com/office/drawing/2014/main" xmlns="" id="{1F9A4D9A-69F4-4FEC-B0DE-DD76F476EDD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0">
              <a:extLst>
                <a:ext uri="{FF2B5EF4-FFF2-40B4-BE49-F238E27FC236}">
                  <a16:creationId xmlns:a16="http://schemas.microsoft.com/office/drawing/2014/main" xmlns="" id="{E92DC9B5-F16D-4C41-824C-822DE7AA009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1">
              <a:extLst>
                <a:ext uri="{FF2B5EF4-FFF2-40B4-BE49-F238E27FC236}">
                  <a16:creationId xmlns:a16="http://schemas.microsoft.com/office/drawing/2014/main" xmlns="" id="{E737D559-8865-4000-A777-792FF67549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2">
              <a:extLst>
                <a:ext uri="{FF2B5EF4-FFF2-40B4-BE49-F238E27FC236}">
                  <a16:creationId xmlns:a16="http://schemas.microsoft.com/office/drawing/2014/main" xmlns="" id="{B1C2147A-442E-40A4-8A97-FF053B9D2A6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33">
              <a:extLst>
                <a:ext uri="{FF2B5EF4-FFF2-40B4-BE49-F238E27FC236}">
                  <a16:creationId xmlns:a16="http://schemas.microsoft.com/office/drawing/2014/main" xmlns="" id="{B138F17C-6D47-4F1B-BE44-4A47FBCFF30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34">
              <a:extLst>
                <a:ext uri="{FF2B5EF4-FFF2-40B4-BE49-F238E27FC236}">
                  <a16:creationId xmlns:a16="http://schemas.microsoft.com/office/drawing/2014/main" xmlns="" id="{1BCD5498-C801-426F-9CDD-B84178E72EC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35">
              <a:extLst>
                <a:ext uri="{FF2B5EF4-FFF2-40B4-BE49-F238E27FC236}">
                  <a16:creationId xmlns:a16="http://schemas.microsoft.com/office/drawing/2014/main" xmlns="" id="{6DB0639C-39E0-4218-B7D1-0408D870F4F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36">
              <a:extLst>
                <a:ext uri="{FF2B5EF4-FFF2-40B4-BE49-F238E27FC236}">
                  <a16:creationId xmlns:a16="http://schemas.microsoft.com/office/drawing/2014/main" xmlns="" id="{72715634-CCEA-4B5D-94D7-E2C090EA18F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37">
              <a:extLst>
                <a:ext uri="{FF2B5EF4-FFF2-40B4-BE49-F238E27FC236}">
                  <a16:creationId xmlns:a16="http://schemas.microsoft.com/office/drawing/2014/main" xmlns="" id="{6BE08C78-1349-4408-8CE2-ED20F3244D9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38">
              <a:extLst>
                <a:ext uri="{FF2B5EF4-FFF2-40B4-BE49-F238E27FC236}">
                  <a16:creationId xmlns:a16="http://schemas.microsoft.com/office/drawing/2014/main" xmlns="" id="{642D5BF8-EF6C-43FC-947B-6986882110D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5066" y="325233"/>
            <a:ext cx="5993308" cy="24949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1" dirty="0"/>
              <a:t>Ch. 9 Communicating in Groups</a:t>
            </a:r>
            <a:br>
              <a:rPr lang="en-US" sz="2400" b="1" dirty="0"/>
            </a:br>
            <a:r>
              <a:rPr lang="en-US" sz="2400" dirty="0"/>
              <a:t>Problem Solving in Groups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dirty="0"/>
              <a:t>CLO – 04: </a:t>
            </a:r>
            <a:br>
              <a:rPr lang="en-US" sz="2400" dirty="0"/>
            </a:br>
            <a:r>
              <a:rPr lang="en-US" sz="2400" dirty="0"/>
              <a:t>Identify workplace conflict and develop resolution strategies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25066" y="3474632"/>
            <a:ext cx="5681134" cy="112628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EE Communication Skills (SS-2010) Spring </a:t>
            </a:r>
            <a:r>
              <a:rPr lang="en-US" dirty="0" smtClean="0">
                <a:solidFill>
                  <a:schemeClr val="tx1"/>
                </a:solidFill>
              </a:rPr>
              <a:t>2025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Wk. 10.1.2 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xmlns="" id="{8841A10E-0F0E-4596-8888-870D709254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657599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6" name="Freeform 33">
            <a:extLst>
              <a:ext uri="{FF2B5EF4-FFF2-40B4-BE49-F238E27FC236}">
                <a16:creationId xmlns:a16="http://schemas.microsoft.com/office/drawing/2014/main" xmlns="" id="{29B1E55C-E51F-4093-A2A8-137C3E9014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3657599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7" name="Picture 46" descr="Different coloured question marks">
            <a:extLst>
              <a:ext uri="{FF2B5EF4-FFF2-40B4-BE49-F238E27FC236}">
                <a16:creationId xmlns:a16="http://schemas.microsoft.com/office/drawing/2014/main" xmlns="" id="{BD5BBA5A-F0F6-9007-879F-98353316FC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340" r="35468"/>
          <a:stretch/>
        </p:blipFill>
        <p:spPr>
          <a:xfrm>
            <a:off x="-2650" y="10"/>
            <a:ext cx="36810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3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8CD25866-F15D-40A4-AEC5-47C044637A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DCB8E995-36E8-40B6-82D4-F52DE2987B5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DF54AEB5-68B5-46AE-B8F0-EEBE5DFED80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xmlns="" id="{E3F708CB-F094-4EE7-8AD5-A462F1DF8B8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xmlns="" id="{ECFCFB22-E8B5-4FAC-A354-E7E0CE6F2B6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xmlns="" id="{ED1DB3B4-A6DC-476F-986E-DF361EE8421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xmlns="" id="{4EE13DFA-3489-4DE6-9154-34D9CB40054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xmlns="" id="{5CD12D51-F9A8-4CC9-B9C9-206EAFD8C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xmlns="" id="{266B326C-1178-40F9-A265-6067D363B4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xmlns="" id="{12F3B319-F00B-4755-BC54-95511E21DB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xmlns="" id="{3079D7BD-8A3F-47F6-8407-D9DA96FF35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xmlns="" id="{1F97C31C-8585-43FB-924B-8ADD651233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xmlns="" id="{A33E1C89-7E74-49BF-A5D1-9A352ED03E2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0C4A17ED-96AA-44A6-A050-E1A7A1CDD9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xmlns="" id="{FBB2A87E-3E24-4A6F-9FD8-0F1436D4D3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xmlns="" id="{257F945B-2AA3-4328-BFF5-20DE64011B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xmlns="" id="{E1A7230F-6A6F-403C-9D83-7176E285251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xmlns="" id="{E33E315A-9CB0-460E-A8B7-0A064BBFA05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xmlns="" id="{22CAAD33-CFAD-4E61-82AE-0C6F838530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xmlns="" id="{1A20E13C-2540-4000-A13B-8F781100E38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xmlns="" id="{51EF0A01-E03D-448B-B12E-D5BFC6D0D22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xmlns="" id="{58286A03-168E-477B-8876-2C53E4950DB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xmlns="" id="{3DFFC705-1899-4E4C-AE76-F85BAF2F66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xmlns="" id="{01C9598D-BDF6-4A24-83B6-4DCA4D13494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xmlns="" id="{950C8213-67CD-4DEF-AA44-8BB3101392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xmlns="" id="{2016FE1D-E3EB-4CF6-809B-159872CC787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CE6C63DC-BAE4-42B6-8FDF-F6467C2D23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xmlns="" id="{BFE4781A-41C7-4F27-8792-A74EFB8E5C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xmlns="" id="{0A46F010-D160-4609-8979-FFD8C1EA6C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73062" y="624110"/>
            <a:ext cx="8131550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/>
              <a:t>Learning Objectives </a:t>
            </a:r>
            <a:r>
              <a:rPr lang="en-US" sz="3600"/>
              <a:t>(CLO - 04)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81B8C4F6-C3AC-4C94-8EC7-E4F7B7E9CD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0B789310-9859-4942-98C8-3D2F12AAAE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xmlns="" id="{FE9E5460-2AA9-4786-B69C-23DBEF35680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xmlns="" id="{E344A2AF-3860-4427-B13E-98021C17ABF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xmlns="" id="{DDBDD44E-1DC0-48AB-8FEC-E098D919740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xmlns="" id="{3151FF3E-5E3F-4D82-A684-0003BACEA85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xmlns="" id="{C6CBF27E-7F0C-4489-95A7-82DE1C0460A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xmlns="" id="{233BE304-221E-425E-A484-4B2E5F405B8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xmlns="" id="{10D5734E-EAEA-4A08-86A9-39BD5563EC2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xmlns="" id="{4D47FE86-98D1-4E35-86E4-16E9A19A64E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xmlns="" id="{F00661F9-B224-4DB1-8EFB-ABF9402BDEF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xmlns="" id="{679DCB4E-8D36-4B7A-AF0C-8399F113AE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xmlns="" id="{4FAD51F6-D24C-4FD6-BEAE-41F0E5A825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xmlns="" id="{87AC773F-6D31-458A-9DD7-76566C8A9CA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xmlns="" id="{6F1CEC7A-E419-4950-AA57-B00546C29C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xmlns="" id="{7AE7DCD1-5235-45E8-B229-15A3E3962E7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xmlns="" id="{C82E58C3-65A5-4079-BF94-E675AA410CD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xmlns="" id="{7AABE1FA-6DC8-4A47-AC5C-F05B9C111C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xmlns="" id="{17BB7298-8900-4C67-B800-BD241F0199B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xmlns="" id="{EE3442F8-53C2-490C-94EF-E423ECB957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xmlns="" id="{3DBEA916-8B10-493A-8CBF-9B5FA2A4A0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xmlns="" id="{248DB27B-F9EA-4F81-A746-7D57B768E0A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xmlns="" id="{998E5C90-2A81-4013-AE09-2023B4407C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xmlns="" id="{86A8318B-7607-4519-8EEB-C7DD5096531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xmlns="" id="{5009FB1B-4865-45DB-8727-F012E3ACA55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xmlns="" id="{5B209B64-3A98-4B1A-857A-2368AFED67C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xmlns="" id="{EB3B5D03-7AE3-411C-A820-6844E7D0C61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Freeform 11">
            <a:extLst>
              <a:ext uri="{FF2B5EF4-FFF2-40B4-BE49-F238E27FC236}">
                <a16:creationId xmlns:a16="http://schemas.microsoft.com/office/drawing/2014/main" xmlns="" id="{91328346-8BAD-4616-B50B-5CFDA5648D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73062" y="1701120"/>
            <a:ext cx="8455144" cy="3777622"/>
          </a:xfrm>
        </p:spPr>
        <p:txBody>
          <a:bodyPr vert="horz" lIns="91440" tIns="45720" rIns="91440" bIns="45720" rtlCol="0">
            <a:normAutofit/>
          </a:bodyPr>
          <a:lstStyle/>
          <a:p>
            <a:pPr marL="514350" indent="-514350"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Characteristics of Healthy Groups</a:t>
            </a:r>
          </a:p>
          <a:p>
            <a:pPr marL="514350" indent="-514350"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Inspect How Groups Develop</a:t>
            </a:r>
          </a:p>
          <a:p>
            <a:pPr marL="514350" indent="-514350"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Know Group Types</a:t>
            </a:r>
          </a:p>
          <a:p>
            <a:pPr marL="514350" indent="-514350"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Evaluate Group Dynamics</a:t>
            </a:r>
          </a:p>
          <a:p>
            <a:pPr marL="514350" indent="-514350"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Problem Solving in Groups </a:t>
            </a: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(Ch. 8, 10 more details)</a:t>
            </a:r>
          </a:p>
          <a:p>
            <a:pPr marL="514350" indent="-514350">
              <a:buFont typeface="Wingdings 3" charset="2"/>
              <a:buChar char="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Activity # 10 (10 marks) (CLO – 04)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47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8524" y="329184"/>
            <a:ext cx="10159907" cy="573024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The ability to work in groups is one of the top ten skills sought at undergraduate level</a:t>
            </a:r>
          </a:p>
          <a:p>
            <a:endParaRPr lang="en-US" sz="2800" dirty="0"/>
          </a:p>
          <a:p>
            <a:r>
              <a:rPr lang="en-US" sz="2800" dirty="0"/>
              <a:t>A group is not just an assembly of people, but has specific characteristics</a:t>
            </a:r>
          </a:p>
          <a:p>
            <a:endParaRPr lang="en-US" sz="2800" dirty="0"/>
          </a:p>
          <a:p>
            <a:r>
              <a:rPr lang="en-US" sz="2800" dirty="0"/>
              <a:t>A group is a collection of three or more people who interact and attempt to influence each other to accomplish a common goal</a:t>
            </a:r>
          </a:p>
          <a:p>
            <a:endParaRPr lang="en-US" sz="2600" dirty="0"/>
          </a:p>
          <a:p>
            <a:pPr algn="just"/>
            <a:r>
              <a:rPr lang="en-US" sz="2600" dirty="0"/>
              <a:t>Group Communication includes all the verbal and non-verbal messages shared with or among group members </a:t>
            </a:r>
          </a:p>
        </p:txBody>
      </p:sp>
    </p:spTree>
    <p:extLst>
      <p:ext uri="{BB962C8B-B14F-4D97-AF65-F5344CB8AC3E}">
        <p14:creationId xmlns:p14="http://schemas.microsoft.com/office/powerpoint/2010/main" val="2185388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5639" y="254151"/>
            <a:ext cx="10606362" cy="542953"/>
          </a:xfrm>
        </p:spPr>
        <p:txBody>
          <a:bodyPr>
            <a:normAutofit fontScale="90000"/>
          </a:bodyPr>
          <a:lstStyle/>
          <a:p>
            <a:r>
              <a:rPr lang="en-US" dirty="0"/>
              <a:t>1. Understand Characteristics of Healthy Groups</a:t>
            </a:r>
            <a:endParaRPr lang="en-US" sz="1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5639" y="1099820"/>
            <a:ext cx="10606361" cy="42545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Healthy groups are characterized by:</a:t>
            </a:r>
          </a:p>
          <a:p>
            <a:pPr lvl="1"/>
            <a:r>
              <a:rPr lang="en-US" sz="2600" dirty="0"/>
              <a:t>Ethical Goals</a:t>
            </a:r>
          </a:p>
          <a:p>
            <a:pPr lvl="1"/>
            <a:r>
              <a:rPr lang="en-US" sz="2600" dirty="0"/>
              <a:t>Interdependence</a:t>
            </a:r>
          </a:p>
          <a:p>
            <a:pPr lvl="1"/>
            <a:r>
              <a:rPr lang="en-US" sz="2600" dirty="0"/>
              <a:t>Cohesiveness</a:t>
            </a:r>
          </a:p>
          <a:p>
            <a:pPr lvl="1"/>
            <a:r>
              <a:rPr lang="en-US" sz="2600" dirty="0"/>
              <a:t>Productive Norms</a:t>
            </a:r>
          </a:p>
          <a:p>
            <a:pPr lvl="1"/>
            <a:r>
              <a:rPr lang="en-US" sz="2600" dirty="0"/>
              <a:t>Accountability</a:t>
            </a:r>
          </a:p>
          <a:p>
            <a:pPr lvl="1"/>
            <a:r>
              <a:rPr lang="en-US" sz="2600" dirty="0"/>
              <a:t>Synergy</a:t>
            </a:r>
          </a:p>
        </p:txBody>
      </p:sp>
    </p:spTree>
    <p:extLst>
      <p:ext uri="{BB962C8B-B14F-4D97-AF65-F5344CB8AC3E}">
        <p14:creationId xmlns:p14="http://schemas.microsoft.com/office/powerpoint/2010/main" val="268281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966DD2F-FBF5-41CE-A3F4-565352D95D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US" dirty="0"/>
              <a:t>Ethical Goals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46FCE2B-F2D2-466E-B0AA-8E341DB498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xmlns="" id="{2BD31C98-199A-4722-A1A5-4393A43E74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A68318E8-C788-0A1E-BF87-BDC9D2CF9D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5236133"/>
              </p:ext>
            </p:extLst>
          </p:nvPr>
        </p:nvGraphicFramePr>
        <p:xfrm>
          <a:off x="790074" y="714375"/>
          <a:ext cx="10847395" cy="4562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732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xmlns="" id="{1A44C337-3893-4B29-A265-B1329150B6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xmlns="" id="{81E0B358-1267-4844-8B3D-B7A279B417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xmlns="" id="{B24AA06A-F1A5-4BB3-9486-9AE7A53B3F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xmlns="" id="{BDF97590-C600-44CB-9303-4A3679F516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xmlns="" id="{A9BBE156-3FFA-4DC4-8468-35BD28DDC60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xmlns="" id="{F7960DE5-3810-4B1E-B1E2-3BAFEA91ED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xmlns="" id="{359E957C-CE11-446F-8AA7-B3E98390B8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xmlns="" id="{A3E9FE34-CA9E-4443-BEBF-D1B9A1C6C24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xmlns="" id="{4F39D814-8A48-4509-BDEB-826F106591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xmlns="" id="{8C6D08C0-8C49-4B87-9CF4-A1F08714FA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xmlns="" id="{308C612B-4C0D-4863-B9CD-F86ABAA1B2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xmlns="" id="{600B1EC8-1B55-4390-A183-C33B5E2273B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xmlns="" id="{1790A225-91E1-4BE5-A801-5F1E32721C5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xmlns="" id="{DFFC46A2-6BBF-47FD-BC17-5EE1DF7CB90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xmlns="" id="{AF44CA9C-80E8-44E1-A79C-D6EBFC73BC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xmlns="" id="{8CB9417F-98D9-4998-B00B-A5932E4C7D7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xmlns="" id="{FA79AA3D-583E-4A1E-AF7E-CBD980F596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xmlns="" id="{D80C9F17-A6B2-4A12-BC77-F84264A669F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xmlns="" id="{949C9A53-ED97-44CE-BDD5-ED24892116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xmlns="" id="{0F9FDAE7-225B-4072-8907-6EAA061744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xmlns="" id="{9D49818B-8EA3-4B41-9783-EFE0C618C36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xmlns="" id="{01903E65-D822-4457-B0A5-2F416822416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xmlns="" id="{A5CF9DAB-75BF-43D9-B1E7-817D1FAA000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xmlns="" id="{BB22916D-4BCF-4A4C-8714-A2564D34C36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xmlns="" id="{4CD9F734-569E-44E7-BD53-6214E0F18C8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xmlns="" id="{7A5DAACB-2F42-40C8-BF6A-75B79299F90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xmlns="" id="{AD78E0F9-8568-4672-A22F-4ED5B1A96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>
            <a:normAutofit/>
          </a:bodyPr>
          <a:lstStyle/>
          <a:p>
            <a:r>
              <a:rPr lang="en-US"/>
              <a:t>Interdependent</a:t>
            </a:r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AA5CD610-ED7C-4CED-A9A1-174432C88A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" name="Freeform 11">
            <a:extLst>
              <a:ext uri="{FF2B5EF4-FFF2-40B4-BE49-F238E27FC236}">
                <a16:creationId xmlns:a16="http://schemas.microsoft.com/office/drawing/2014/main" xmlns="" id="{0C4379BF-8C7A-480A-BC36-DA55D92A93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03" r="12443"/>
          <a:stretch/>
        </p:blipFill>
        <p:spPr>
          <a:xfrm>
            <a:off x="-9912" y="-7454"/>
            <a:ext cx="4526748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1375" y="1868253"/>
            <a:ext cx="6928262" cy="3777622"/>
          </a:xfrm>
        </p:spPr>
        <p:txBody>
          <a:bodyPr>
            <a:normAutofit/>
          </a:bodyPr>
          <a:lstStyle/>
          <a:p>
            <a:r>
              <a:rPr lang="en-US" sz="2800" dirty="0"/>
              <a:t>Members rely on each other’s skills and knowledge to accomplish goals e.g., an orchestra, a sports team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4231663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966DD2F-FBF5-41CE-A3F4-565352D95D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US" dirty="0"/>
              <a:t>Cohesiveness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46FCE2B-F2D2-466E-B0AA-8E341DB498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xmlns="" id="{2BD31C98-199A-4722-A1A5-4393A43E74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45160BE0-1826-B146-0AAC-08DF962203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969734"/>
              </p:ext>
            </p:extLst>
          </p:nvPr>
        </p:nvGraphicFramePr>
        <p:xfrm>
          <a:off x="1069303" y="1195896"/>
          <a:ext cx="10562258" cy="5232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9209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870" y="243840"/>
            <a:ext cx="8911687" cy="687324"/>
          </a:xfrm>
        </p:spPr>
        <p:txBody>
          <a:bodyPr/>
          <a:lstStyle/>
          <a:p>
            <a:r>
              <a:rPr lang="en-US"/>
              <a:t>Productive Norms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044" y="1195844"/>
            <a:ext cx="10782300" cy="54452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Expectations about the way group members behave while in a group</a:t>
            </a:r>
          </a:p>
          <a:p>
            <a:r>
              <a:rPr lang="en-US" sz="2600" dirty="0"/>
              <a:t>Healthy norms help members achieve goals/ foster cohesiveness</a:t>
            </a:r>
          </a:p>
          <a:p>
            <a:r>
              <a:rPr lang="en-US" sz="2600" dirty="0"/>
              <a:t>Norms can be developed through formal discussions/ informal group processes</a:t>
            </a:r>
          </a:p>
          <a:p>
            <a:r>
              <a:rPr lang="en-US" sz="2600" dirty="0"/>
              <a:t>Explicit rules, specific prescriptive behaviours, can also be formed: e.g.,</a:t>
            </a:r>
          </a:p>
          <a:p>
            <a:pPr lvl="1"/>
            <a:r>
              <a:rPr lang="en-US" sz="2600" dirty="0"/>
              <a:t>Sticking to agenda</a:t>
            </a:r>
          </a:p>
          <a:p>
            <a:pPr lvl="1"/>
            <a:r>
              <a:rPr lang="en-US" sz="2600" dirty="0"/>
              <a:t>Refraining from interrupting</a:t>
            </a:r>
          </a:p>
          <a:p>
            <a:pPr lvl="1"/>
            <a:r>
              <a:rPr lang="en-US" sz="2600" dirty="0"/>
              <a:t>Using brief, only relevant comments</a:t>
            </a:r>
          </a:p>
          <a:p>
            <a:pPr lvl="1"/>
            <a:r>
              <a:rPr lang="en-US" sz="2600" dirty="0"/>
              <a:t>Focusing on issues; not personalities</a:t>
            </a:r>
          </a:p>
          <a:p>
            <a:pPr lvl="1"/>
            <a:r>
              <a:rPr lang="en-US" sz="2600" dirty="0"/>
              <a:t>Expecting everyone to participate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860000"/>
                </a:solidFill>
              </a:rPr>
              <a:t>People would struggle to behave differently while belonging to different groups because of different norms for each group</a:t>
            </a:r>
          </a:p>
        </p:txBody>
      </p:sp>
    </p:spTree>
    <p:extLst>
      <p:ext uri="{BB962C8B-B14F-4D97-AF65-F5344CB8AC3E}">
        <p14:creationId xmlns:p14="http://schemas.microsoft.com/office/powerpoint/2010/main" val="2230756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966DD2F-FBF5-41CE-A3F4-565352D95D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US" dirty="0"/>
              <a:t>Accountability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46FCE2B-F2D2-466E-B0AA-8E341DB498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xmlns="" id="{2BD31C98-199A-4722-A1A5-4393A43E74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9F6EAF09-5D3C-1AEE-D322-DC24B1ADA5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358425"/>
              </p:ext>
            </p:extLst>
          </p:nvPr>
        </p:nvGraphicFramePr>
        <p:xfrm>
          <a:off x="1062631" y="1462603"/>
          <a:ext cx="10559098" cy="4869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4532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3D9AEEE-1CCD-43C0-BA3E-16D60A6E23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Synergy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xmlns="" id="{60F880A6-33D3-4EEC-A780-B73559B9F2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2C6246ED-0535-4496-A8F6-1E80CC4EB8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2B1264B9-C42B-5710-1ADF-199C570AD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333344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6211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A44C337-3893-4B29-A265-B1329150B6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81E0B358-1267-4844-8B3D-B7A279B417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xmlns="" id="{B24AA06A-F1A5-4BB3-9486-9AE7A53B3F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xmlns="" id="{BDF97590-C600-44CB-9303-4A3679F516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xmlns="" id="{A9BBE156-3FFA-4DC4-8468-35BD28DDC60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xmlns="" id="{F7960DE5-3810-4B1E-B1E2-3BAFEA91ED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xmlns="" id="{359E957C-CE11-446F-8AA7-B3E98390B8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xmlns="" id="{A3E9FE34-CA9E-4443-BEBF-D1B9A1C6C24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xmlns="" id="{4F39D814-8A48-4509-BDEB-826F106591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xmlns="" id="{8C6D08C0-8C49-4B87-9CF4-A1F08714FA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xmlns="" id="{308C612B-4C0D-4863-B9CD-F86ABAA1B2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xmlns="" id="{600B1EC8-1B55-4390-A183-C33B5E2273B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xmlns="" id="{1790A225-91E1-4BE5-A801-5F1E32721C5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xmlns="" id="{DFFC46A2-6BBF-47FD-BC17-5EE1DF7CB90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AF44CA9C-80E8-44E1-A79C-D6EBFC73BC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xmlns="" id="{8CB9417F-98D9-4998-B00B-A5932E4C7D7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xmlns="" id="{FA79AA3D-583E-4A1E-AF7E-CBD980F596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xmlns="" id="{D80C9F17-A6B2-4A12-BC77-F84264A669F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xmlns="" id="{949C9A53-ED97-44CE-BDD5-ED24892116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xmlns="" id="{0F9FDAE7-225B-4072-8907-6EAA061744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xmlns="" id="{9D49818B-8EA3-4B41-9783-EFE0C618C36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xmlns="" id="{01903E65-D822-4457-B0A5-2F416822416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xmlns="" id="{A5CF9DAB-75BF-43D9-B1E7-817D1FAA000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xmlns="" id="{BB22916D-4BCF-4A4C-8714-A2564D34C36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xmlns="" id="{4CD9F734-569E-44E7-BD53-6214E0F18C8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xmlns="" id="{7A5DAACB-2F42-40C8-BF6A-75B79299F90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xmlns="" id="{AD78E0F9-8568-4672-A22F-4ED5B1A96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9304" y="354872"/>
            <a:ext cx="5492594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2. Inspect How Groups Develop – </a:t>
            </a:r>
            <a:r>
              <a:rPr lang="en-US" sz="2200" dirty="0"/>
              <a:t>Bruce Tuckman’s Model (1965)</a:t>
            </a:r>
            <a:endParaRPr lang="en-US" sz="3200" b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AA5CD610-ED7C-4CED-A9A1-174432C88A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xmlns="" id="{0C4379BF-8C7A-480A-BC36-DA55D92A93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Large skydiving group mid-air">
            <a:extLst>
              <a:ext uri="{FF2B5EF4-FFF2-40B4-BE49-F238E27FC236}">
                <a16:creationId xmlns:a16="http://schemas.microsoft.com/office/drawing/2014/main" xmlns="" id="{5D74D2B9-C050-A6F4-D298-1A0312B98F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937" r="26769"/>
          <a:stretch/>
        </p:blipFill>
        <p:spPr>
          <a:xfrm>
            <a:off x="-1555" y="1731"/>
            <a:ext cx="4671091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25" y="1822805"/>
            <a:ext cx="6548633" cy="43648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Just as interpersonal relations go through identifiable life cycles, so do groups undergo stages of development: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Forming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Storming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Norming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Performing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Adjourning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0909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4869" y="256032"/>
            <a:ext cx="8911687" cy="603504"/>
          </a:xfrm>
        </p:spPr>
        <p:txBody>
          <a:bodyPr>
            <a:normAutofit/>
          </a:bodyPr>
          <a:lstStyle/>
          <a:p>
            <a:r>
              <a:rPr lang="en-US" sz="2800" dirty="0"/>
              <a:t>How Groups Develop (Cont’d) – </a:t>
            </a:r>
            <a:r>
              <a:rPr lang="en-US" sz="2800" b="1" dirty="0">
                <a:solidFill>
                  <a:srgbClr val="0070C0"/>
                </a:solidFill>
              </a:rPr>
              <a:t>1. FORMING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156" y="877824"/>
            <a:ext cx="8915400" cy="5230368"/>
          </a:xfrm>
        </p:spPr>
        <p:txBody>
          <a:bodyPr/>
          <a:lstStyle/>
          <a:p>
            <a:r>
              <a:rPr lang="en-US" sz="2800" b="1" dirty="0"/>
              <a:t>The Initial Stage:</a:t>
            </a:r>
          </a:p>
          <a:p>
            <a:pPr lvl="1"/>
            <a:r>
              <a:rPr lang="en-US" sz="2400" dirty="0"/>
              <a:t>Orientation/ introduction</a:t>
            </a:r>
          </a:p>
          <a:p>
            <a:pPr lvl="1"/>
            <a:r>
              <a:rPr lang="en-US" sz="2400" dirty="0"/>
              <a:t>Testing/ talents/ skills/ abilities</a:t>
            </a:r>
          </a:p>
          <a:p>
            <a:pPr lvl="1"/>
            <a:r>
              <a:rPr lang="en-US" sz="2400" dirty="0"/>
              <a:t>Dependence on members’ skills</a:t>
            </a:r>
          </a:p>
          <a:p>
            <a:pPr lvl="1"/>
            <a:r>
              <a:rPr lang="en-US" sz="2400" dirty="0"/>
              <a:t>Goal setting/ understanding</a:t>
            </a:r>
          </a:p>
          <a:p>
            <a:pPr lvl="1"/>
            <a:r>
              <a:rPr lang="en-US" sz="2400" dirty="0"/>
              <a:t>Member-roles understanding</a:t>
            </a:r>
          </a:p>
          <a:p>
            <a:pPr lvl="1"/>
            <a:r>
              <a:rPr lang="en-US" sz="2400" dirty="0"/>
              <a:t>Interactions are polite/ positive/ friendly</a:t>
            </a:r>
          </a:p>
          <a:p>
            <a:pPr lvl="1"/>
            <a:r>
              <a:rPr lang="en-US" sz="2400" dirty="0"/>
              <a:t>Disagreements are refrained</a:t>
            </a:r>
          </a:p>
          <a:p>
            <a:pPr lvl="1"/>
            <a:r>
              <a:rPr lang="en-US" sz="2400" dirty="0"/>
              <a:t>Calculated self-disclosure</a:t>
            </a:r>
          </a:p>
        </p:txBody>
      </p:sp>
    </p:spTree>
    <p:extLst>
      <p:ext uri="{BB962C8B-B14F-4D97-AF65-F5344CB8AC3E}">
        <p14:creationId xmlns:p14="http://schemas.microsoft.com/office/powerpoint/2010/main" val="1503933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5290" y="859536"/>
            <a:ext cx="10616710" cy="5998464"/>
          </a:xfrm>
        </p:spPr>
        <p:txBody>
          <a:bodyPr>
            <a:noAutofit/>
          </a:bodyPr>
          <a:lstStyle/>
          <a:p>
            <a:r>
              <a:rPr lang="en-US" sz="2800" b="1" dirty="0"/>
              <a:t>The Second Stage:</a:t>
            </a:r>
          </a:p>
          <a:p>
            <a:pPr lvl="1"/>
            <a:r>
              <a:rPr lang="en-US" sz="2400" dirty="0"/>
              <a:t>The goal is understood/ members are comfortable</a:t>
            </a:r>
          </a:p>
          <a:p>
            <a:pPr lvl="1"/>
            <a:r>
              <a:rPr lang="en-US" sz="2400" dirty="0"/>
              <a:t>Members express opinions to have settled a place in the group</a:t>
            </a:r>
          </a:p>
          <a:p>
            <a:pPr lvl="1"/>
            <a:r>
              <a:rPr lang="en-US" sz="2400" dirty="0"/>
              <a:t>Power and position is sought</a:t>
            </a:r>
          </a:p>
          <a:p>
            <a:pPr lvl="1"/>
            <a:r>
              <a:rPr lang="en-US" sz="2400" dirty="0"/>
              <a:t>Constructive disagreements</a:t>
            </a:r>
          </a:p>
          <a:p>
            <a:pPr lvl="1"/>
            <a:r>
              <a:rPr lang="en-US" sz="2400" dirty="0"/>
              <a:t>Politeness gives way to aggressiveness, sarcasm</a:t>
            </a:r>
          </a:p>
          <a:p>
            <a:pPr lvl="1"/>
            <a:r>
              <a:rPr lang="en-US" sz="2400" dirty="0"/>
              <a:t>Side-taking</a:t>
            </a:r>
          </a:p>
          <a:p>
            <a:pPr lvl="1"/>
            <a:r>
              <a:rPr lang="en-US" sz="2400" dirty="0"/>
              <a:t>Coalition formation</a:t>
            </a:r>
          </a:p>
          <a:p>
            <a:pPr lvl="1"/>
            <a:r>
              <a:rPr lang="en-US" sz="2400" dirty="0"/>
              <a:t>Severe storming may break a group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>
                <a:solidFill>
                  <a:srgbClr val="860000"/>
                </a:solidFill>
              </a:rPr>
              <a:t>‘No Storming’ may cause ‘groupthink’ – a deterioration of mental efficiency, reality testing, moral judgment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44869" y="256032"/>
            <a:ext cx="8911687" cy="60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How Groups Develop (Cont’d) – </a:t>
            </a:r>
            <a:r>
              <a:rPr lang="en-US" sz="2800" b="1" dirty="0">
                <a:solidFill>
                  <a:srgbClr val="0070C0"/>
                </a:solidFill>
              </a:rPr>
              <a:t>2. STORMING</a:t>
            </a:r>
          </a:p>
        </p:txBody>
      </p:sp>
    </p:spTree>
    <p:extLst>
      <p:ext uri="{BB962C8B-B14F-4D97-AF65-F5344CB8AC3E}">
        <p14:creationId xmlns:p14="http://schemas.microsoft.com/office/powerpoint/2010/main" val="1291579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6581" y="1118616"/>
            <a:ext cx="8915400" cy="5416296"/>
          </a:xfrm>
        </p:spPr>
        <p:txBody>
          <a:bodyPr>
            <a:normAutofit/>
          </a:bodyPr>
          <a:lstStyle/>
          <a:p>
            <a:r>
              <a:rPr lang="en-US" sz="2800" b="1" dirty="0"/>
              <a:t>The Third Stage:</a:t>
            </a:r>
          </a:p>
          <a:p>
            <a:pPr lvl="1"/>
            <a:r>
              <a:rPr lang="en-US" sz="2400" dirty="0"/>
              <a:t>Increased cohesion/ collaboration</a:t>
            </a:r>
          </a:p>
          <a:p>
            <a:pPr lvl="1"/>
            <a:r>
              <a:rPr lang="en-US" sz="2400" dirty="0"/>
              <a:t>Increased trust among members</a:t>
            </a:r>
          </a:p>
          <a:p>
            <a:pPr lvl="1"/>
            <a:r>
              <a:rPr lang="en-US" sz="2400" dirty="0"/>
              <a:t>Motivation to achieve the common goal(s)</a:t>
            </a:r>
          </a:p>
          <a:p>
            <a:pPr lvl="1"/>
            <a:r>
              <a:rPr lang="en-US" sz="2400" dirty="0"/>
              <a:t>Major differences resolve</a:t>
            </a:r>
          </a:p>
          <a:p>
            <a:pPr lvl="1"/>
            <a:r>
              <a:rPr lang="en-US" sz="2400" dirty="0"/>
              <a:t>Expression of honest opinion</a:t>
            </a:r>
          </a:p>
          <a:p>
            <a:pPr lvl="1"/>
            <a:r>
              <a:rPr lang="en-US" sz="2400" dirty="0"/>
              <a:t>Appreciation/ acceptance of differences</a:t>
            </a:r>
          </a:p>
          <a:p>
            <a:pPr lvl="1"/>
            <a:r>
              <a:rPr lang="en-US" sz="2400" dirty="0"/>
              <a:t>Stronger relationships</a:t>
            </a:r>
          </a:p>
          <a:p>
            <a:pPr lvl="1"/>
            <a:r>
              <a:rPr lang="en-US" sz="2400" dirty="0"/>
              <a:t>Norms get accepted</a:t>
            </a:r>
          </a:p>
          <a:p>
            <a:pPr lvl="1"/>
            <a:r>
              <a:rPr lang="en-US" sz="2400" dirty="0"/>
              <a:t>Positive feedback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44869" y="256032"/>
            <a:ext cx="8911687" cy="60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How Groups Develop (Cont’d) – </a:t>
            </a:r>
            <a:r>
              <a:rPr lang="en-US" sz="2800" b="1" dirty="0">
                <a:solidFill>
                  <a:srgbClr val="0070C0"/>
                </a:solidFill>
              </a:rPr>
              <a:t>3. NORMING</a:t>
            </a:r>
          </a:p>
        </p:txBody>
      </p:sp>
    </p:spTree>
    <p:extLst>
      <p:ext uri="{BB962C8B-B14F-4D97-AF65-F5344CB8AC3E}">
        <p14:creationId xmlns:p14="http://schemas.microsoft.com/office/powerpoint/2010/main" val="249993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156" y="1118616"/>
            <a:ext cx="8915400" cy="5160264"/>
          </a:xfrm>
        </p:spPr>
        <p:txBody>
          <a:bodyPr/>
          <a:lstStyle/>
          <a:p>
            <a:r>
              <a:rPr lang="en-US" sz="2800" b="1" dirty="0"/>
              <a:t>The Fourth Stage:</a:t>
            </a:r>
          </a:p>
          <a:p>
            <a:pPr lvl="1"/>
            <a:r>
              <a:rPr lang="en-US" sz="2400" dirty="0"/>
              <a:t>Harmony</a:t>
            </a:r>
          </a:p>
          <a:p>
            <a:pPr lvl="1"/>
            <a:r>
              <a:rPr lang="en-US" sz="2400" dirty="0"/>
              <a:t>Shared leadership</a:t>
            </a:r>
          </a:p>
          <a:p>
            <a:pPr lvl="1"/>
            <a:r>
              <a:rPr lang="en-US" sz="2400" dirty="0"/>
              <a:t>Productivity</a:t>
            </a:r>
          </a:p>
          <a:p>
            <a:pPr lvl="1"/>
            <a:r>
              <a:rPr lang="en-US" sz="2400" dirty="0"/>
              <a:t>Problem-solving</a:t>
            </a:r>
          </a:p>
          <a:p>
            <a:pPr lvl="1"/>
            <a:r>
              <a:rPr lang="en-US" sz="2400" dirty="0"/>
              <a:t>Collective use of skills/ abilities/ knowledge</a:t>
            </a:r>
          </a:p>
          <a:p>
            <a:pPr lvl="1"/>
            <a:r>
              <a:rPr lang="en-US" sz="2400" dirty="0"/>
              <a:t>Task-focused conversations</a:t>
            </a:r>
          </a:p>
          <a:p>
            <a:pPr lvl="1"/>
            <a:r>
              <a:rPr lang="en-US" sz="2400" dirty="0"/>
              <a:t>Full potentials utilized</a:t>
            </a:r>
          </a:p>
          <a:p>
            <a:pPr lvl="1"/>
            <a:r>
              <a:rPr lang="en-US" sz="2400" dirty="0"/>
              <a:t>Conflicts stay minimum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44869" y="256032"/>
            <a:ext cx="8911687" cy="60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How Groups Develop (Cont’d) – </a:t>
            </a:r>
            <a:r>
              <a:rPr lang="en-US" sz="2800" b="1" dirty="0">
                <a:solidFill>
                  <a:srgbClr val="0070C0"/>
                </a:solidFill>
              </a:rPr>
              <a:t>4. PERFORMING</a:t>
            </a:r>
          </a:p>
        </p:txBody>
      </p:sp>
    </p:spTree>
    <p:extLst>
      <p:ext uri="{BB962C8B-B14F-4D97-AF65-F5344CB8AC3E}">
        <p14:creationId xmlns:p14="http://schemas.microsoft.com/office/powerpoint/2010/main" val="953022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0884" y="1042416"/>
            <a:ext cx="10681115" cy="4675632"/>
          </a:xfrm>
        </p:spPr>
        <p:txBody>
          <a:bodyPr>
            <a:normAutofit/>
          </a:bodyPr>
          <a:lstStyle/>
          <a:p>
            <a:r>
              <a:rPr lang="en-US" sz="2800" b="1" dirty="0"/>
              <a:t>The Fifth Stage:</a:t>
            </a:r>
          </a:p>
          <a:p>
            <a:pPr lvl="1"/>
            <a:r>
              <a:rPr lang="en-US" sz="2400" dirty="0"/>
              <a:t>Formal/ informal celebration of goal achievement</a:t>
            </a:r>
          </a:p>
          <a:p>
            <a:pPr lvl="1"/>
            <a:r>
              <a:rPr lang="en-US" sz="2400" dirty="0"/>
              <a:t>Recognition of member roles</a:t>
            </a:r>
          </a:p>
          <a:p>
            <a:pPr lvl="1"/>
            <a:r>
              <a:rPr lang="en-US" sz="2400" dirty="0"/>
              <a:t>Feedback/ evaluation</a:t>
            </a:r>
          </a:p>
          <a:p>
            <a:pPr lvl="1"/>
            <a:r>
              <a:rPr lang="en-US" sz="2400" dirty="0"/>
              <a:t>Members start disengaging </a:t>
            </a:r>
            <a:r>
              <a:rPr lang="en-US" sz="2400" i="1" dirty="0"/>
              <a:t>(a few may see each other in other social settings)</a:t>
            </a:r>
          </a:p>
          <a:p>
            <a:pPr lvl="1"/>
            <a:r>
              <a:rPr lang="en-US" sz="2400" dirty="0"/>
              <a:t>The developed norms may continue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10885" y="219456"/>
            <a:ext cx="8911687" cy="60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How Groups Develop (Cont’d) – </a:t>
            </a:r>
            <a:r>
              <a:rPr lang="en-US" sz="2800" b="1" dirty="0">
                <a:solidFill>
                  <a:srgbClr val="0070C0"/>
                </a:solidFill>
              </a:rPr>
              <a:t>5. ADJOURNING</a:t>
            </a:r>
          </a:p>
        </p:txBody>
      </p:sp>
    </p:spTree>
    <p:extLst>
      <p:ext uri="{BB962C8B-B14F-4D97-AF65-F5344CB8AC3E}">
        <p14:creationId xmlns:p14="http://schemas.microsoft.com/office/powerpoint/2010/main" val="3514068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9336" y="275065"/>
            <a:ext cx="8926576" cy="542953"/>
          </a:xfrm>
        </p:spPr>
        <p:txBody>
          <a:bodyPr>
            <a:normAutofit/>
          </a:bodyPr>
          <a:lstStyle/>
          <a:p>
            <a:r>
              <a:rPr lang="en-US" sz="2800" dirty="0"/>
              <a:t>3. Know Group Types</a:t>
            </a:r>
            <a:endParaRPr lang="en-US" sz="1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1824" y="1229498"/>
            <a:ext cx="11034776" cy="55614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Member expectations/ norms vary from group to group and on their goals</a:t>
            </a:r>
          </a:p>
          <a:p>
            <a:pPr marL="0" indent="0">
              <a:buNone/>
            </a:pPr>
            <a:r>
              <a:rPr lang="en-US" sz="2200" dirty="0"/>
              <a:t>Groups are categorized according to their purpose</a:t>
            </a:r>
          </a:p>
          <a:p>
            <a:pPr marL="0" indent="0">
              <a:buNone/>
            </a:pPr>
            <a:r>
              <a:rPr lang="en-US" sz="2200" b="1" dirty="0"/>
              <a:t>The most common types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Families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Social Friendship Groups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Support Groups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Interest Groups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Service Groups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Work Groups</a:t>
            </a:r>
          </a:p>
        </p:txBody>
      </p:sp>
    </p:spTree>
    <p:extLst>
      <p:ext uri="{BB962C8B-B14F-4D97-AF65-F5344CB8AC3E}">
        <p14:creationId xmlns:p14="http://schemas.microsoft.com/office/powerpoint/2010/main" val="32869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5341" y="1040521"/>
            <a:ext cx="10628671" cy="5350447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Intimates having a sense of home and group identity</a:t>
            </a:r>
          </a:p>
          <a:p>
            <a:r>
              <a:rPr lang="en-US" sz="2800" dirty="0"/>
              <a:t>Strong ties of loyalty and emotions</a:t>
            </a:r>
          </a:p>
          <a:p>
            <a:r>
              <a:rPr lang="en-US" sz="2800" dirty="0"/>
              <a:t>Experience history and future</a:t>
            </a:r>
          </a:p>
          <a:p>
            <a:r>
              <a:rPr lang="en-US" sz="2800" dirty="0"/>
              <a:t>Have agreed upon norms</a:t>
            </a:r>
          </a:p>
          <a:p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Families can be:</a:t>
            </a:r>
          </a:p>
          <a:p>
            <a:pPr lvl="2"/>
            <a:r>
              <a:rPr lang="en-US" sz="2200" b="1" dirty="0"/>
              <a:t>Nuclear</a:t>
            </a:r>
            <a:r>
              <a:rPr lang="en-US" sz="2200" dirty="0"/>
              <a:t> (two parents living together with children)</a:t>
            </a:r>
          </a:p>
          <a:p>
            <a:pPr lvl="2"/>
            <a:r>
              <a:rPr lang="en-US" sz="2200" b="1" dirty="0"/>
              <a:t>Single parent </a:t>
            </a:r>
            <a:r>
              <a:rPr lang="en-US" sz="2200" dirty="0"/>
              <a:t>(one adult living with his/ her children)</a:t>
            </a:r>
          </a:p>
          <a:p>
            <a:pPr lvl="2"/>
            <a:r>
              <a:rPr lang="en-US" sz="2200" b="1" dirty="0"/>
              <a:t>Extended</a:t>
            </a:r>
            <a:r>
              <a:rPr lang="en-US" sz="2200" dirty="0"/>
              <a:t> (parent/s and children living with grandparents, close relatives, cousins, aunts)</a:t>
            </a:r>
          </a:p>
          <a:p>
            <a:pPr lvl="2"/>
            <a:r>
              <a:rPr lang="en-US" sz="2200" b="1" dirty="0"/>
              <a:t>Blended</a:t>
            </a:r>
            <a:r>
              <a:rPr lang="en-US" sz="2200" dirty="0"/>
              <a:t> (married adults living with the children of their previous marriages)</a:t>
            </a:r>
          </a:p>
          <a:p>
            <a:pPr lvl="2"/>
            <a:r>
              <a:rPr lang="en-US" sz="2200" b="1" dirty="0"/>
              <a:t>Mixed</a:t>
            </a:r>
            <a:r>
              <a:rPr lang="en-US" sz="2200" dirty="0"/>
              <a:t> (married adults of different races)</a:t>
            </a:r>
          </a:p>
          <a:p>
            <a:pPr lvl="2"/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99336" y="275065"/>
            <a:ext cx="8926576" cy="5429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Group Types (Cont’d) – 1. Families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124646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665" y="754010"/>
            <a:ext cx="10599567" cy="593939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</a:rPr>
              <a:t>Families function in four different ways when facing an issue:</a:t>
            </a:r>
          </a:p>
          <a:p>
            <a:pPr>
              <a:buFont typeface="+mj-lt"/>
              <a:buAutoNum type="arabicPeriod"/>
            </a:pPr>
            <a:r>
              <a:rPr lang="en-US" sz="3600" dirty="0"/>
              <a:t>In </a:t>
            </a:r>
            <a:r>
              <a:rPr lang="en-US" sz="3600" u="sng" dirty="0"/>
              <a:t>protective families</a:t>
            </a:r>
            <a:r>
              <a:rPr lang="en-US" sz="3600" dirty="0"/>
              <a:t>, issues are not discussed. Only the family authority decides</a:t>
            </a:r>
          </a:p>
          <a:p>
            <a:pPr>
              <a:buFont typeface="+mj-lt"/>
              <a:buAutoNum type="arabicPeriod"/>
            </a:pPr>
            <a:endParaRPr lang="en-US" sz="3600" dirty="0"/>
          </a:p>
          <a:p>
            <a:pPr>
              <a:buFont typeface="+mj-lt"/>
              <a:buAutoNum type="arabicPeriod"/>
            </a:pPr>
            <a:r>
              <a:rPr lang="en-US" sz="3600" dirty="0"/>
              <a:t>In </a:t>
            </a:r>
            <a:r>
              <a:rPr lang="en-US" sz="3600" u="sng" dirty="0"/>
              <a:t>consensual families</a:t>
            </a:r>
            <a:r>
              <a:rPr lang="en-US" sz="3600" dirty="0"/>
              <a:t>, all members engage in conversation, but the final decision is made by the family authority figure</a:t>
            </a:r>
          </a:p>
          <a:p>
            <a:pPr>
              <a:buFont typeface="+mj-lt"/>
              <a:buAutoNum type="arabicPeriod"/>
            </a:pPr>
            <a:endParaRPr lang="en-US" sz="3600" dirty="0"/>
          </a:p>
          <a:p>
            <a:pPr>
              <a:buFont typeface="+mj-lt"/>
              <a:buAutoNum type="arabicPeriod"/>
            </a:pPr>
            <a:r>
              <a:rPr lang="en-US" sz="3600" dirty="0"/>
              <a:t> In </a:t>
            </a:r>
            <a:r>
              <a:rPr lang="en-US" sz="3600" u="sng" dirty="0"/>
              <a:t>pluralistic families</a:t>
            </a:r>
            <a:r>
              <a:rPr lang="en-US" sz="3600" dirty="0"/>
              <a:t>, all members engage in conversation, and everyone participates in decision-making. Formal family meetings are conducted.</a:t>
            </a:r>
          </a:p>
          <a:p>
            <a:pPr>
              <a:buFont typeface="+mj-lt"/>
              <a:buAutoNum type="arabicPeriod"/>
            </a:pPr>
            <a:endParaRPr lang="en-US" sz="3600" dirty="0"/>
          </a:p>
          <a:p>
            <a:pPr>
              <a:buFont typeface="+mj-lt"/>
              <a:buAutoNum type="arabicPeriod"/>
            </a:pPr>
            <a:r>
              <a:rPr lang="en-US" sz="3600" dirty="0"/>
              <a:t>In </a:t>
            </a:r>
            <a:r>
              <a:rPr lang="en-US" sz="3600" u="sng" dirty="0"/>
              <a:t>laissez-faire families</a:t>
            </a:r>
            <a:r>
              <a:rPr lang="en-US" sz="3600" dirty="0"/>
              <a:t>, members may converse about an issue, but each member makes his/ her own decision and is responsible for its consequences</a:t>
            </a:r>
          </a:p>
          <a:p>
            <a:pPr>
              <a:buFont typeface="+mj-lt"/>
              <a:buAutoNum type="arabicPeriod"/>
            </a:pPr>
            <a:endParaRPr lang="en-US" sz="3600" dirty="0"/>
          </a:p>
          <a:p>
            <a:r>
              <a:rPr lang="en-US" sz="3300" b="1" dirty="0"/>
              <a:t>Healthy families should talk in ways that build one another’s self-respect, self-concept, and self-esteem by:</a:t>
            </a:r>
          </a:p>
          <a:p>
            <a:pPr lvl="1"/>
            <a:r>
              <a:rPr lang="en-US" sz="3600" dirty="0"/>
              <a:t>Praising each other</a:t>
            </a:r>
          </a:p>
          <a:p>
            <a:pPr lvl="1"/>
            <a:r>
              <a:rPr lang="en-US" sz="3600" dirty="0"/>
              <a:t>Offering statements of acceptance and support</a:t>
            </a:r>
          </a:p>
          <a:p>
            <a:pPr lvl="1"/>
            <a:r>
              <a:rPr lang="en-US" sz="3600" dirty="0"/>
              <a:t>Verbally expressing love and cohesion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99336" y="211057"/>
            <a:ext cx="9749536" cy="5429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Group Types (Cont’d) – 1. Families – how do they function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573584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535" y="1280750"/>
            <a:ext cx="10992465" cy="3777622"/>
          </a:xfrm>
        </p:spPr>
        <p:txBody>
          <a:bodyPr>
            <a:normAutofit/>
          </a:bodyPr>
          <a:lstStyle/>
          <a:p>
            <a:r>
              <a:rPr lang="en-US" sz="2400" dirty="0"/>
              <a:t>Comprise friends having genuine concern about each other’s welfare</a:t>
            </a:r>
          </a:p>
          <a:p>
            <a:r>
              <a:rPr lang="en-US" sz="2400" dirty="0"/>
              <a:t>Enjoy spending time together</a:t>
            </a:r>
          </a:p>
          <a:p>
            <a:r>
              <a:rPr lang="en-US" sz="2400" dirty="0"/>
              <a:t>Have strong inter-personal ties</a:t>
            </a:r>
          </a:p>
          <a:p>
            <a:r>
              <a:rPr lang="en-US" sz="2400" dirty="0"/>
              <a:t>Foster pre-existing, amiable relationships</a:t>
            </a:r>
          </a:p>
          <a:p>
            <a:r>
              <a:rPr lang="en-US" sz="2400" dirty="0"/>
              <a:t>Have shared interests</a:t>
            </a:r>
          </a:p>
          <a:p>
            <a:r>
              <a:rPr lang="en-US" sz="2400" dirty="0"/>
              <a:t>Fill mutual needs of acceptance and sense of belonging</a:t>
            </a:r>
          </a:p>
          <a:p>
            <a:r>
              <a:rPr lang="en-US" sz="2400" dirty="0"/>
              <a:t>Offer mutual protection</a:t>
            </a:r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99336" y="275065"/>
            <a:ext cx="8926576" cy="5429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Group Types (Cont’d) – 2. Social Friendship Groups</a:t>
            </a:r>
          </a:p>
        </p:txBody>
      </p:sp>
    </p:spTree>
    <p:extLst>
      <p:ext uri="{BB962C8B-B14F-4D97-AF65-F5344CB8AC3E}">
        <p14:creationId xmlns:p14="http://schemas.microsoft.com/office/powerpoint/2010/main" val="4955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99" y="1286451"/>
            <a:ext cx="10658135" cy="4249109"/>
          </a:xfrm>
        </p:spPr>
        <p:txBody>
          <a:bodyPr>
            <a:normAutofit/>
          </a:bodyPr>
          <a:lstStyle/>
          <a:p>
            <a:r>
              <a:rPr lang="en-US" sz="2400" dirty="0"/>
              <a:t>Comprise people who come together by providing:</a:t>
            </a:r>
          </a:p>
          <a:p>
            <a:pPr lvl="1"/>
            <a:r>
              <a:rPr lang="en-US" sz="2000" dirty="0"/>
              <a:t>Encouragement/ comforting statements</a:t>
            </a:r>
          </a:p>
          <a:p>
            <a:pPr lvl="1"/>
            <a:r>
              <a:rPr lang="en-US" sz="2000" dirty="0"/>
              <a:t>Honest feedback</a:t>
            </a:r>
          </a:p>
          <a:p>
            <a:pPr lvl="1"/>
            <a:r>
              <a:rPr lang="en-US" sz="2000" dirty="0"/>
              <a:t>A safe environment – members trust and share most personal information/ experiences/ traumas</a:t>
            </a:r>
          </a:p>
          <a:p>
            <a:r>
              <a:rPr lang="en-US" sz="2400" dirty="0"/>
              <a:t>Members deeply express feelings about a problem experienced/ common to all</a:t>
            </a:r>
          </a:p>
          <a:p>
            <a:r>
              <a:rPr lang="en-US" sz="2400" dirty="0"/>
              <a:t>There are thousands of on-line and face-to-face support groups</a:t>
            </a:r>
          </a:p>
          <a:p>
            <a:r>
              <a:rPr lang="en-US" sz="2400" dirty="0"/>
              <a:t>Mutual communication/ self-information is well protected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99336" y="275065"/>
            <a:ext cx="8926576" cy="5429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Group Types (Cont’d) – 3. Support Groups</a:t>
            </a:r>
          </a:p>
        </p:txBody>
      </p:sp>
    </p:spTree>
    <p:extLst>
      <p:ext uri="{BB962C8B-B14F-4D97-AF65-F5344CB8AC3E}">
        <p14:creationId xmlns:p14="http://schemas.microsoft.com/office/powerpoint/2010/main" val="4086365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1077" y="1344069"/>
            <a:ext cx="10825283" cy="3777622"/>
          </a:xfrm>
        </p:spPr>
        <p:txBody>
          <a:bodyPr/>
          <a:lstStyle/>
          <a:p>
            <a:r>
              <a:rPr lang="en-US" sz="2400" dirty="0"/>
              <a:t>Have a shared/ common interest/ hobby/ concern/ activity/ passion</a:t>
            </a:r>
          </a:p>
          <a:p>
            <a:r>
              <a:rPr lang="en-US" sz="2400" dirty="0"/>
              <a:t>Often formal with defined goals/ tasks</a:t>
            </a:r>
          </a:p>
          <a:p>
            <a:r>
              <a:rPr lang="en-US" sz="2400" dirty="0"/>
              <a:t>May be a part of a larger organization and may have local chapters</a:t>
            </a:r>
          </a:p>
          <a:p>
            <a:r>
              <a:rPr lang="en-US" sz="2400" dirty="0"/>
              <a:t>Focus on enhancing skills/ knowledge of group members</a:t>
            </a:r>
          </a:p>
          <a:p>
            <a:r>
              <a:rPr lang="en-US" sz="2400" dirty="0"/>
              <a:t>Share success stories</a:t>
            </a:r>
          </a:p>
          <a:p>
            <a:r>
              <a:rPr lang="en-US" sz="2400" dirty="0"/>
              <a:t>Plan future activities/ sustain growth</a:t>
            </a:r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99336" y="275065"/>
            <a:ext cx="8926576" cy="5429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Group Types (Cont’d) – 4. Interest Groups</a:t>
            </a:r>
          </a:p>
        </p:txBody>
      </p:sp>
    </p:spTree>
    <p:extLst>
      <p:ext uri="{BB962C8B-B14F-4D97-AF65-F5344CB8AC3E}">
        <p14:creationId xmlns:p14="http://schemas.microsoft.com/office/powerpoint/2010/main" val="3277610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99" y="1242994"/>
            <a:ext cx="10785955" cy="5000490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Individuals who come together to perform specific tasks – charity collection, humanitarian relief works, social services during crises, small business support, … </a:t>
            </a:r>
          </a:p>
          <a:p>
            <a:r>
              <a:rPr lang="en-US" sz="2600" dirty="0"/>
              <a:t>Since these groups are both voluntary and task-oriented, they should consider:</a:t>
            </a:r>
          </a:p>
          <a:p>
            <a:pPr lvl="1"/>
            <a:r>
              <a:rPr lang="en-US" sz="2600" dirty="0"/>
              <a:t>Members’ ego/ self-esteem</a:t>
            </a:r>
          </a:p>
          <a:p>
            <a:pPr lvl="1"/>
            <a:r>
              <a:rPr lang="en-US" sz="2600" dirty="0"/>
              <a:t>Emotional needs</a:t>
            </a:r>
          </a:p>
          <a:p>
            <a:pPr lvl="1"/>
            <a:r>
              <a:rPr lang="en-US" sz="2600" dirty="0"/>
              <a:t>Roles</a:t>
            </a:r>
          </a:p>
          <a:p>
            <a:pPr lvl="1"/>
            <a:r>
              <a:rPr lang="en-US" sz="2600" dirty="0"/>
              <a:t>Responsibilities</a:t>
            </a:r>
          </a:p>
          <a:p>
            <a:pPr lvl="1"/>
            <a:r>
              <a:rPr lang="en-US" sz="2600" dirty="0"/>
              <a:t>Encourage/ appreciate accomplishments</a:t>
            </a:r>
          </a:p>
          <a:p>
            <a:pPr lvl="1"/>
            <a:r>
              <a:rPr lang="en-US" sz="2600" dirty="0"/>
              <a:t>Politeness</a:t>
            </a:r>
          </a:p>
          <a:p>
            <a:pPr lvl="1"/>
            <a:r>
              <a:rPr lang="en-US" sz="2600" dirty="0"/>
              <a:t>Ethical norms 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99336" y="275065"/>
            <a:ext cx="8926576" cy="5429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Group Types (Cont’d) – 5. Service Groups</a:t>
            </a:r>
          </a:p>
        </p:txBody>
      </p:sp>
    </p:spTree>
    <p:extLst>
      <p:ext uri="{BB962C8B-B14F-4D97-AF65-F5344CB8AC3E}">
        <p14:creationId xmlns:p14="http://schemas.microsoft.com/office/powerpoint/2010/main" val="1653063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6096" y="1003872"/>
            <a:ext cx="10747248" cy="56380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A collection of three or more people formed to solve a problem/ accomplish a specific task </a:t>
            </a:r>
            <a:r>
              <a:rPr lang="en-US" sz="2400" dirty="0"/>
              <a:t>– class project groups, joint presentations, perform specific activities at workplace, … </a:t>
            </a:r>
          </a:p>
          <a:p>
            <a:r>
              <a:rPr lang="en-US" sz="2400" dirty="0"/>
              <a:t>Have clearly defined goals</a:t>
            </a:r>
          </a:p>
          <a:p>
            <a:r>
              <a:rPr lang="en-US" sz="2400" dirty="0"/>
              <a:t>Have appropriate number of members</a:t>
            </a:r>
          </a:p>
          <a:p>
            <a:r>
              <a:rPr lang="en-US" sz="2400" dirty="0"/>
              <a:t>Have diversity in skills and viewpoints but relevant to specific goals</a:t>
            </a:r>
          </a:p>
          <a:p>
            <a:r>
              <a:rPr lang="en-US" sz="2400" dirty="0"/>
              <a:t>Well-motivated</a:t>
            </a:r>
          </a:p>
          <a:p>
            <a:r>
              <a:rPr lang="en-US" sz="2400" dirty="0"/>
              <a:t>Smaller groups make decisions faster than larger groups</a:t>
            </a:r>
          </a:p>
          <a:p>
            <a:r>
              <a:rPr lang="en-US" sz="2400" dirty="0"/>
              <a:t>Larger groups experience more complex issues</a:t>
            </a:r>
          </a:p>
          <a:p>
            <a:r>
              <a:rPr lang="en-US" sz="2400" dirty="0"/>
              <a:t>Heterogeneous groups are better than homogenous groups</a:t>
            </a:r>
          </a:p>
          <a:p>
            <a:r>
              <a:rPr lang="en-US" sz="2400" dirty="0"/>
              <a:t>Collaborative to resolve issues/ conflicts</a:t>
            </a:r>
          </a:p>
          <a:p>
            <a:r>
              <a:rPr lang="en-US" sz="2400" dirty="0"/>
              <a:t>Update other members on individual member contributions/ efforts</a:t>
            </a:r>
          </a:p>
          <a:p>
            <a:r>
              <a:rPr lang="en-US" sz="2400" dirty="0"/>
              <a:t>Appropriately credit the other members’ contributions/ achievements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99336" y="275065"/>
            <a:ext cx="8926576" cy="5429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Group Types (Cont’d) – 6. Work Groups</a:t>
            </a:r>
          </a:p>
        </p:txBody>
      </p:sp>
    </p:spTree>
    <p:extLst>
      <p:ext uri="{BB962C8B-B14F-4D97-AF65-F5344CB8AC3E}">
        <p14:creationId xmlns:p14="http://schemas.microsoft.com/office/powerpoint/2010/main" val="289613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8041" y="64953"/>
            <a:ext cx="8794825" cy="542953"/>
          </a:xfrm>
        </p:spPr>
        <p:txBody>
          <a:bodyPr>
            <a:normAutofit/>
          </a:bodyPr>
          <a:lstStyle/>
          <a:p>
            <a:r>
              <a:rPr lang="en-US" sz="2800" dirty="0"/>
              <a:t>4. Evaluate Group Dynamics</a:t>
            </a:r>
            <a:endParaRPr lang="en-US" sz="1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5120" y="588242"/>
            <a:ext cx="10596880" cy="64575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Group dynamics is the way a group interacts to achieve its goal(s)</a:t>
            </a:r>
          </a:p>
          <a:p>
            <a:r>
              <a:rPr lang="en-US" sz="2200" dirty="0"/>
              <a:t>Effective groups periodically stop and evaluate how their interactions are affecting what they are accomplishing and how their members perceive themselves and others</a:t>
            </a:r>
          </a:p>
          <a:p>
            <a:r>
              <a:rPr lang="en-US" sz="2200" dirty="0"/>
              <a:t>At workplace, you may be asked to provide a formal evaluation of the group dynamics/ members to the higher authorities</a:t>
            </a:r>
          </a:p>
          <a:p>
            <a:r>
              <a:rPr lang="en-US" sz="2200" b="1" dirty="0"/>
              <a:t>The areas could be:</a:t>
            </a:r>
          </a:p>
          <a:p>
            <a:pPr lvl="1"/>
            <a:r>
              <a:rPr lang="en-US" sz="2000" dirty="0"/>
              <a:t>Performance (individual members/ group…)</a:t>
            </a:r>
          </a:p>
          <a:p>
            <a:pPr lvl="1"/>
            <a:r>
              <a:rPr lang="en-US" sz="2000" dirty="0"/>
              <a:t>Communication</a:t>
            </a:r>
          </a:p>
          <a:p>
            <a:pPr lvl="1"/>
            <a:r>
              <a:rPr lang="en-US" sz="2000" dirty="0"/>
              <a:t>Cohesiveness</a:t>
            </a:r>
          </a:p>
          <a:p>
            <a:pPr lvl="1"/>
            <a:r>
              <a:rPr lang="en-US" sz="2000" dirty="0"/>
              <a:t>Problem solving</a:t>
            </a:r>
          </a:p>
          <a:p>
            <a:pPr lvl="1"/>
            <a:r>
              <a:rPr lang="en-US" sz="2000" dirty="0"/>
              <a:t>Conflict management</a:t>
            </a:r>
          </a:p>
          <a:p>
            <a:pPr lvl="1"/>
            <a:r>
              <a:rPr lang="en-US" sz="2000" dirty="0"/>
              <a:t>Ethics</a:t>
            </a:r>
          </a:p>
          <a:p>
            <a:pPr lvl="1"/>
            <a:r>
              <a:rPr lang="en-US" sz="2000" dirty="0"/>
              <a:t>Reflective thinking</a:t>
            </a:r>
          </a:p>
          <a:p>
            <a:pPr lvl="1"/>
            <a:r>
              <a:rPr lang="en-US" sz="2000" dirty="0"/>
              <a:t>Areas to improve…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6201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406769"/>
            <a:ext cx="8915400" cy="3777622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rgbClr val="A50021"/>
              </a:buClr>
              <a:buSzPct val="75000"/>
              <a:buNone/>
            </a:pPr>
            <a:r>
              <a:rPr lang="en-US" dirty="0"/>
              <a:t>1. </a:t>
            </a:r>
            <a:r>
              <a:rPr lang="en-US" dirty="0" err="1"/>
              <a:t>Bovee</a:t>
            </a:r>
            <a:r>
              <a:rPr lang="en-US" dirty="0"/>
              <a:t> &amp; Thill. (2016) </a:t>
            </a:r>
            <a:r>
              <a:rPr lang="en-US" i="1" dirty="0"/>
              <a:t>Business Communication Today 13</a:t>
            </a:r>
            <a:r>
              <a:rPr lang="en-US" i="1" baseline="30000" dirty="0"/>
              <a:t>th</a:t>
            </a:r>
            <a:r>
              <a:rPr lang="en-US" i="1" dirty="0"/>
              <a:t> Ed. </a:t>
            </a:r>
            <a:r>
              <a:rPr lang="en-US" dirty="0"/>
              <a:t>(</a:t>
            </a:r>
            <a:r>
              <a:rPr lang="en-US" sz="1600" dirty="0"/>
              <a:t>Prentice-Hall</a:t>
            </a:r>
            <a:r>
              <a:rPr lang="en-US" dirty="0"/>
              <a:t>)</a:t>
            </a:r>
          </a:p>
          <a:p>
            <a:pPr marL="457200" indent="-457200" algn="just">
              <a:buClr>
                <a:srgbClr val="A50021"/>
              </a:buClr>
              <a:buSzPct val="75000"/>
              <a:buNone/>
            </a:pPr>
            <a:r>
              <a:rPr lang="en-US" dirty="0"/>
              <a:t>2. Kathleen S. </a:t>
            </a:r>
            <a:r>
              <a:rPr lang="en-US" dirty="0" err="1"/>
              <a:t>Verderber</a:t>
            </a:r>
            <a:r>
              <a:rPr lang="en-US" dirty="0"/>
              <a:t>. </a:t>
            </a:r>
            <a:r>
              <a:rPr lang="en-US" i="1" dirty="0"/>
              <a:t>Communicate</a:t>
            </a:r>
            <a:r>
              <a:rPr lang="en-US" dirty="0"/>
              <a:t> </a:t>
            </a:r>
            <a:r>
              <a:rPr lang="en-US" i="1" dirty="0"/>
              <a:t>(13</a:t>
            </a:r>
            <a:r>
              <a:rPr lang="en-US" i="1" baseline="30000" dirty="0"/>
              <a:t>th</a:t>
            </a:r>
            <a:r>
              <a:rPr lang="en-US" i="1" dirty="0"/>
              <a:t> Ed.)</a:t>
            </a:r>
          </a:p>
        </p:txBody>
      </p:sp>
    </p:spTree>
    <p:extLst>
      <p:ext uri="{BB962C8B-B14F-4D97-AF65-F5344CB8AC3E}">
        <p14:creationId xmlns:p14="http://schemas.microsoft.com/office/powerpoint/2010/main" val="94621069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3855</TotalTime>
  <Words>1496</Words>
  <Application>Microsoft Office PowerPoint</Application>
  <PresentationFormat>Widescreen</PresentationFormat>
  <Paragraphs>225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Century Gothic</vt:lpstr>
      <vt:lpstr>Wingdings 3</vt:lpstr>
      <vt:lpstr>Wisp</vt:lpstr>
      <vt:lpstr>Ch. 9 Communicating in Groups Problem Solving in Groups  CLO – 04:  Identify workplace conflict and develop resolution strategies</vt:lpstr>
      <vt:lpstr>Learning Objectives (CLO - 04) </vt:lpstr>
      <vt:lpstr>PowerPoint Presentation</vt:lpstr>
      <vt:lpstr>1. Understand Characteristics of Healthy Groups</vt:lpstr>
      <vt:lpstr>Ethical Goals</vt:lpstr>
      <vt:lpstr>Interdependent</vt:lpstr>
      <vt:lpstr>Cohesiveness</vt:lpstr>
      <vt:lpstr>Productive Norms</vt:lpstr>
      <vt:lpstr>Accountability</vt:lpstr>
      <vt:lpstr>Synergy</vt:lpstr>
      <vt:lpstr>2. Inspect How Groups Develop – Bruce Tuckman’s Model (1965)</vt:lpstr>
      <vt:lpstr>How Groups Develop (Cont’d) – 1. FORMING</vt:lpstr>
      <vt:lpstr>PowerPoint Presentation</vt:lpstr>
      <vt:lpstr>PowerPoint Presentation</vt:lpstr>
      <vt:lpstr>PowerPoint Presentation</vt:lpstr>
      <vt:lpstr>PowerPoint Presentation</vt:lpstr>
      <vt:lpstr>3. Know Group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Evaluate Group Dynamics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Skills (SS-123)</dc:title>
  <dc:creator>Microsoft account</dc:creator>
  <cp:lastModifiedBy>Ali</cp:lastModifiedBy>
  <cp:revision>587</cp:revision>
  <dcterms:created xsi:type="dcterms:W3CDTF">2021-03-06T08:10:19Z</dcterms:created>
  <dcterms:modified xsi:type="dcterms:W3CDTF">2025-04-09T12:53:18Z</dcterms:modified>
</cp:coreProperties>
</file>