
<file path=[Content_Types].xml><?xml version="1.0" encoding="utf-8"?>
<Types xmlns="http://schemas.openxmlformats.org/package/2006/content-types">
  <Default Extension="crdownload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57" r:id="rId4"/>
    <p:sldId id="258" r:id="rId5"/>
    <p:sldId id="270" r:id="rId6"/>
    <p:sldId id="269" r:id="rId7"/>
    <p:sldId id="259" r:id="rId8"/>
    <p:sldId id="260" r:id="rId9"/>
    <p:sldId id="262" r:id="rId10"/>
    <p:sldId id="263" r:id="rId11"/>
    <p:sldId id="264" r:id="rId12"/>
    <p:sldId id="265" r:id="rId13"/>
    <p:sldId id="268" r:id="rId14"/>
    <p:sldId id="26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B4E187FA-FF54-4A7D-B1CA-FE3B80CDF478}"/>
    <pc:docChg chg="modSld">
      <pc:chgData name="Mr.Muhammad Zulfiqar Ali" userId="c4b4daea-c3cd-4a1b-ae38-2a74107589dc" providerId="ADAL" clId="{B4E187FA-FF54-4A7D-B1CA-FE3B80CDF478}" dt="2024-01-22T17:09:36.173" v="17" actId="20577"/>
      <pc:docMkLst>
        <pc:docMk/>
      </pc:docMkLst>
      <pc:sldChg chg="modSp mod">
        <pc:chgData name="Mr.Muhammad Zulfiqar Ali" userId="c4b4daea-c3cd-4a1b-ae38-2a74107589dc" providerId="ADAL" clId="{B4E187FA-FF54-4A7D-B1CA-FE3B80CDF478}" dt="2024-01-22T17:06:00.586" v="13" actId="20577"/>
        <pc:sldMkLst>
          <pc:docMk/>
          <pc:sldMk cId="71137614" sldId="256"/>
        </pc:sldMkLst>
        <pc:spChg chg="mod">
          <ac:chgData name="Mr.Muhammad Zulfiqar Ali" userId="c4b4daea-c3cd-4a1b-ae38-2a74107589dc" providerId="ADAL" clId="{B4E187FA-FF54-4A7D-B1CA-FE3B80CDF478}" dt="2024-01-22T17:05:41.180" v="10" actId="20577"/>
          <ac:spMkLst>
            <pc:docMk/>
            <pc:sldMk cId="71137614" sldId="25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B4E187FA-FF54-4A7D-B1CA-FE3B80CDF478}" dt="2024-01-22T17:06:00.586" v="13" actId="20577"/>
          <ac:spMkLst>
            <pc:docMk/>
            <pc:sldMk cId="71137614" sldId="256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B4E187FA-FF54-4A7D-B1CA-FE3B80CDF478}" dt="2024-01-22T17:09:36.173" v="17" actId="20577"/>
        <pc:sldMkLst>
          <pc:docMk/>
          <pc:sldMk cId="4209097686" sldId="257"/>
        </pc:sldMkLst>
        <pc:spChg chg="mod">
          <ac:chgData name="Mr.Muhammad Zulfiqar Ali" userId="c4b4daea-c3cd-4a1b-ae38-2a74107589dc" providerId="ADAL" clId="{B4E187FA-FF54-4A7D-B1CA-FE3B80CDF478}" dt="2024-01-22T17:09:36.173" v="17" actId="20577"/>
          <ac:spMkLst>
            <pc:docMk/>
            <pc:sldMk cId="4209097686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4F1B-74B0-4C1D-9D2B-093A8CAF4F28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C72F-C1B8-44FC-840A-863B1AF86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</a:t>
            </a:r>
            <a:r>
              <a:rPr lang="en-US" baseline="0" dirty="0"/>
              <a:t> this slide was covered in all 3 sections on </a:t>
            </a:r>
            <a:r>
              <a:rPr lang="en-US" baseline="0" dirty="0" err="1"/>
              <a:t>Wk</a:t>
            </a:r>
            <a:r>
              <a:rPr lang="en-US" baseline="0" dirty="0"/>
              <a:t> 1.1 * March, 21. For 1.2 on 10.3.21 all remaining slides to be done. Ask Qs at each slide to let SS participate and give their own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6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crdownload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077" y="1108129"/>
            <a:ext cx="4792631" cy="2310388"/>
          </a:xfrm>
        </p:spPr>
        <p:txBody>
          <a:bodyPr>
            <a:normAutofit/>
          </a:bodyPr>
          <a:lstStyle/>
          <a:p>
            <a:r>
              <a:rPr lang="en-US" sz="3400" b="1" dirty="0"/>
              <a:t>Communication Skills </a:t>
            </a:r>
            <a:r>
              <a:rPr lang="en-US" sz="3400" dirty="0"/>
              <a:t>(SS-2010)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8690" y="5097928"/>
            <a:ext cx="3710018" cy="91556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EE Spring 2025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Wk. 1.1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Jan. 20 – 24,  2025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7EE51156-7F44-A292-E7BC-4E268D135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99" r="16028" b="2"/>
          <a:stretch/>
        </p:blipFill>
        <p:spPr>
          <a:xfrm>
            <a:off x="6095998" y="-20965"/>
            <a:ext cx="6096002" cy="68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217313"/>
            <a:ext cx="8915399" cy="688774"/>
          </a:xfrm>
        </p:spPr>
        <p:txBody>
          <a:bodyPr>
            <a:normAutofit fontScale="90000"/>
          </a:bodyPr>
          <a:lstStyle/>
          <a:p>
            <a:r>
              <a:rPr lang="en-US" sz="4400" b="1"/>
              <a:t>Course Learning Objectives</a:t>
            </a:r>
            <a:r>
              <a:rPr lang="en-US" sz="3600"/>
              <a:t>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5337" y="1154287"/>
            <a:ext cx="9704388" cy="5486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/>
              <a:t>Understanding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Communication in Perspective (canned plans)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Verbal and Non-verbal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Cross-cultural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Barriers to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Presentation Skills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Persuasive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Group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Conflict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/>
              <a:t> Preparing for Job Interviews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214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796" y="624110"/>
            <a:ext cx="9805103" cy="1110097"/>
          </a:xfrm>
        </p:spPr>
        <p:txBody>
          <a:bodyPr>
            <a:normAutofit/>
          </a:bodyPr>
          <a:lstStyle/>
          <a:p>
            <a:r>
              <a:rPr lang="en-US"/>
              <a:t>Ch.1    Communication Perspectives</a:t>
            </a:r>
            <a:br>
              <a:rPr lang="en-US"/>
            </a:br>
            <a:r>
              <a:rPr lang="en-US" sz="2700"/>
              <a:t>(CLO-01,02)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734206"/>
            <a:ext cx="10873046" cy="4799598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/>
              <a:t>Communication is a complex process through which we express, interpret, and coordinate messages with others.</a:t>
            </a:r>
          </a:p>
          <a:p>
            <a:r>
              <a:rPr lang="en-US" sz="2800" b="1"/>
              <a:t>We do so to create shared meaning, to meet social goals, to manage personal identity, and to carry out our relationships in informal conversation, group interaction, or public speaking.</a:t>
            </a:r>
          </a:p>
          <a:p>
            <a:r>
              <a:rPr lang="en-US" sz="2800" b="1"/>
              <a:t>Its essential elements are:</a:t>
            </a:r>
          </a:p>
          <a:p>
            <a:pPr lvl="1"/>
            <a:r>
              <a:rPr lang="en-US" sz="2600"/>
              <a:t>Participants (who)</a:t>
            </a:r>
          </a:p>
          <a:p>
            <a:pPr lvl="1"/>
            <a:r>
              <a:rPr lang="en-US" sz="2600"/>
              <a:t>Messages (what) (encoding/ decoding) (creating/ interpreting)</a:t>
            </a:r>
          </a:p>
          <a:p>
            <a:pPr lvl="1"/>
            <a:r>
              <a:rPr lang="en-US" sz="2600"/>
              <a:t>Context (where)</a:t>
            </a:r>
          </a:p>
          <a:p>
            <a:pPr lvl="1"/>
            <a:r>
              <a:rPr lang="en-US" sz="2600"/>
              <a:t>Channels (how)</a:t>
            </a:r>
          </a:p>
          <a:p>
            <a:pPr lvl="1"/>
            <a:r>
              <a:rPr lang="en-US" sz="2600"/>
              <a:t>Interference (distractions)</a:t>
            </a:r>
          </a:p>
          <a:p>
            <a:pPr lvl="1"/>
            <a:r>
              <a:rPr lang="en-US" sz="2600"/>
              <a:t>Feedback (reaction/ response)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0909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14" y="436373"/>
            <a:ext cx="8911687" cy="59909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138" y="1135199"/>
            <a:ext cx="11022474" cy="5737870"/>
          </a:xfrm>
        </p:spPr>
        <p:txBody>
          <a:bodyPr>
            <a:noAutofit/>
          </a:bodyPr>
          <a:lstStyle/>
          <a:p>
            <a:r>
              <a:rPr lang="en-US" sz="2400" b="1" dirty="0"/>
              <a:t>Participants (who) </a:t>
            </a:r>
            <a:r>
              <a:rPr lang="en-US" sz="2400" dirty="0"/>
              <a:t>– the individuals as senders and receivers in an interactive setting</a:t>
            </a:r>
          </a:p>
          <a:p>
            <a:r>
              <a:rPr lang="en-US" sz="2400" b="1" dirty="0"/>
              <a:t>Messages (the info) </a:t>
            </a:r>
            <a:r>
              <a:rPr lang="en-US" sz="2400" dirty="0"/>
              <a:t>– verbal utterances/ visual images/ non-verbal behaviors to whom any meaning is attached/ associated, Encoding is creating, while decoding is interpreting the messages</a:t>
            </a:r>
          </a:p>
          <a:p>
            <a:r>
              <a:rPr lang="en-US" sz="2400" i="1" u="sng" dirty="0"/>
              <a:t>Meanings (the intent) </a:t>
            </a:r>
            <a:r>
              <a:rPr lang="en-US" sz="2400" dirty="0"/>
              <a:t>– thoughts/ ideas/ concepts/ intentions/ interpretations of others’ messages</a:t>
            </a:r>
          </a:p>
          <a:p>
            <a:r>
              <a:rPr lang="en-US" sz="2400" i="1" u="sng" dirty="0"/>
              <a:t>Symbols (representations) </a:t>
            </a:r>
            <a:r>
              <a:rPr lang="en-US" sz="2400" dirty="0"/>
              <a:t>– words, sounds, and actions that represent ideas/ concepts/ feelings</a:t>
            </a:r>
          </a:p>
          <a:p>
            <a:r>
              <a:rPr lang="en-US" sz="2400" i="1" u="sng" dirty="0"/>
              <a:t>Encoding </a:t>
            </a:r>
            <a:r>
              <a:rPr lang="en-US" sz="2400" dirty="0"/>
              <a:t>– the process of putting our thoughts and feelings into words and non-verbal cues</a:t>
            </a:r>
          </a:p>
          <a:p>
            <a:r>
              <a:rPr lang="en-US" sz="2400" i="1" u="sng" dirty="0"/>
              <a:t>Decoding</a:t>
            </a:r>
            <a:r>
              <a:rPr lang="en-US" sz="2400" dirty="0"/>
              <a:t> – the process of interpreting another’s message</a:t>
            </a:r>
          </a:p>
          <a:p>
            <a:r>
              <a:rPr lang="en-US" sz="2400" i="1" u="sng" dirty="0"/>
              <a:t>Form</a:t>
            </a:r>
            <a:r>
              <a:rPr lang="en-US" sz="2400" dirty="0"/>
              <a:t> – (Organization) the structure for better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61070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47E3-D26B-B0F5-DE61-492123AE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B46DE-11D1-8FBC-719F-1A84977A5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399" y="1415845"/>
            <a:ext cx="8915400" cy="3777622"/>
          </a:xfrm>
        </p:spPr>
        <p:txBody>
          <a:bodyPr/>
          <a:lstStyle/>
          <a:p>
            <a:r>
              <a:rPr lang="en-US" sz="3200" b="1" dirty="0"/>
              <a:t>Recap</a:t>
            </a:r>
          </a:p>
          <a:p>
            <a:r>
              <a:rPr lang="en-US" sz="2400" dirty="0"/>
              <a:t>What is ‘Communication’?</a:t>
            </a:r>
          </a:p>
          <a:p>
            <a:r>
              <a:rPr lang="en-US" sz="2400" dirty="0"/>
              <a:t>What are its elements?</a:t>
            </a:r>
          </a:p>
          <a:p>
            <a:r>
              <a:rPr lang="en-US" sz="2400" dirty="0"/>
              <a:t>What is ‘shared meaning’?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5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6456-6A86-F7DA-EBB3-F85C0177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794" y="590860"/>
            <a:ext cx="8329999" cy="772428"/>
          </a:xfrm>
        </p:spPr>
        <p:txBody>
          <a:bodyPr/>
          <a:lstStyle/>
          <a:p>
            <a:r>
              <a:rPr lang="en-US" dirty="0"/>
              <a:t>Canned Plans and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A2D6-BAA0-6B1C-1ADA-AB0DF4BD8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844" y="1540189"/>
            <a:ext cx="11438312" cy="3777622"/>
          </a:xfrm>
        </p:spPr>
        <p:txBody>
          <a:bodyPr>
            <a:normAutofit/>
          </a:bodyPr>
          <a:lstStyle/>
          <a:p>
            <a:r>
              <a:rPr lang="en-US" sz="2800" dirty="0"/>
              <a:t>A canned plan is a ‘mental library’ of scripts of each of us draws from to create messages based on what worked for us or others in the past (Berger, 1997)</a:t>
            </a:r>
          </a:p>
          <a:p>
            <a:r>
              <a:rPr lang="en-US" sz="2800" dirty="0"/>
              <a:t>A script is an actual text of what to say and do in a specific situation</a:t>
            </a:r>
          </a:p>
          <a:p>
            <a:r>
              <a:rPr lang="en-US" sz="2800" dirty="0"/>
              <a:t>We have canned plans for a wide variety of social interactions </a:t>
            </a:r>
            <a:r>
              <a:rPr lang="en-US" sz="2400" i="1" dirty="0"/>
              <a:t>(provide your examples)</a:t>
            </a:r>
          </a:p>
        </p:txBody>
      </p:sp>
    </p:spTree>
    <p:extLst>
      <p:ext uri="{BB962C8B-B14F-4D97-AF65-F5344CB8AC3E}">
        <p14:creationId xmlns:p14="http://schemas.microsoft.com/office/powerpoint/2010/main" val="213715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14" y="662151"/>
            <a:ext cx="8911687" cy="59909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of Communication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16" y="1481959"/>
            <a:ext cx="11593484" cy="5123793"/>
          </a:xfrm>
        </p:spPr>
        <p:txBody>
          <a:bodyPr>
            <a:noAutofit/>
          </a:bodyPr>
          <a:lstStyle/>
          <a:p>
            <a:r>
              <a:rPr lang="en-US" sz="2400" b="1" dirty="0"/>
              <a:t>Context (the setting) </a:t>
            </a:r>
            <a:r>
              <a:rPr lang="en-US" sz="2400" dirty="0"/>
              <a:t>– the parameters/ boundaries in which communication occurs</a:t>
            </a:r>
          </a:p>
          <a:p>
            <a:pPr lvl="2"/>
            <a:r>
              <a:rPr lang="en-US" sz="2400" i="1" u="sng" dirty="0"/>
              <a:t>Physical</a:t>
            </a:r>
            <a:r>
              <a:rPr lang="en-US" sz="2400" dirty="0"/>
              <a:t> – the physical parameters, surroundings, objects…</a:t>
            </a:r>
          </a:p>
          <a:p>
            <a:pPr lvl="2"/>
            <a:r>
              <a:rPr lang="en-US" sz="2400" i="1" u="sng" dirty="0"/>
              <a:t>Social</a:t>
            </a:r>
            <a:r>
              <a:rPr lang="en-US" sz="2400" dirty="0"/>
              <a:t> – the nature of relationships among participants</a:t>
            </a:r>
          </a:p>
          <a:p>
            <a:pPr lvl="2"/>
            <a:r>
              <a:rPr lang="en-US" sz="2400" i="1" u="sng" dirty="0"/>
              <a:t>Historical</a:t>
            </a:r>
            <a:r>
              <a:rPr lang="en-US" sz="2400" dirty="0"/>
              <a:t> – background and the chronological relations of info.</a:t>
            </a:r>
          </a:p>
          <a:p>
            <a:pPr lvl="2"/>
            <a:r>
              <a:rPr lang="en-US" sz="2400" i="1" u="sng" dirty="0"/>
              <a:t>Psychological</a:t>
            </a:r>
            <a:r>
              <a:rPr lang="en-US" sz="2400" dirty="0"/>
              <a:t> – mental processing, feelings, emotions, reactions</a:t>
            </a:r>
          </a:p>
          <a:p>
            <a:pPr lvl="2"/>
            <a:r>
              <a:rPr lang="en-US" sz="2400" i="1" u="sng" dirty="0"/>
              <a:t>Cultural</a:t>
            </a:r>
            <a:r>
              <a:rPr lang="en-US" sz="2400" dirty="0"/>
              <a:t> – values, beliefs, assumptions, rituals, norms, tradition, ethics</a:t>
            </a:r>
          </a:p>
        </p:txBody>
      </p:sp>
    </p:spTree>
    <p:extLst>
      <p:ext uri="{BB962C8B-B14F-4D97-AF65-F5344CB8AC3E}">
        <p14:creationId xmlns:p14="http://schemas.microsoft.com/office/powerpoint/2010/main" val="163051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14" y="662151"/>
            <a:ext cx="8911687" cy="59909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of Communication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614" y="1481959"/>
            <a:ext cx="9864998" cy="5123793"/>
          </a:xfrm>
        </p:spPr>
        <p:txBody>
          <a:bodyPr>
            <a:noAutofit/>
          </a:bodyPr>
          <a:lstStyle/>
          <a:p>
            <a:r>
              <a:rPr lang="en-US" sz="2400" b="1" dirty="0"/>
              <a:t>Channels (the medium) </a:t>
            </a:r>
            <a:r>
              <a:rPr lang="en-US" sz="2400" dirty="0"/>
              <a:t>– the parameters/ boundaries/ routes/ transportation modes in which communication occurs</a:t>
            </a:r>
          </a:p>
          <a:p>
            <a:pPr lvl="2"/>
            <a:r>
              <a:rPr lang="en-US" sz="2000" i="1" u="sng" dirty="0"/>
              <a:t>Sensory</a:t>
            </a:r>
            <a:r>
              <a:rPr lang="en-US" sz="2000" dirty="0"/>
              <a:t> – the five senses/ feelings/ emotions that communicate</a:t>
            </a:r>
          </a:p>
          <a:p>
            <a:pPr lvl="2"/>
            <a:r>
              <a:rPr lang="en-US" sz="2000" i="1" u="sng" dirty="0"/>
              <a:t>Verbal</a:t>
            </a:r>
            <a:r>
              <a:rPr lang="en-US" sz="2000" dirty="0"/>
              <a:t> – the use of language</a:t>
            </a:r>
          </a:p>
          <a:p>
            <a:pPr lvl="2"/>
            <a:r>
              <a:rPr lang="en-US" sz="2000" i="1" u="sng" dirty="0"/>
              <a:t>Non-verbal </a:t>
            </a:r>
            <a:r>
              <a:rPr lang="en-US" sz="2000" dirty="0"/>
              <a:t>– background and the chronological relations of info.</a:t>
            </a:r>
          </a:p>
          <a:p>
            <a:pPr lvl="2"/>
            <a:r>
              <a:rPr lang="en-US" sz="2000" i="1" u="sng" dirty="0"/>
              <a:t>Visual</a:t>
            </a:r>
            <a:r>
              <a:rPr lang="en-US" sz="2000" dirty="0"/>
              <a:t> – mental processing, feelings, emotions, reactions</a:t>
            </a:r>
          </a:p>
        </p:txBody>
      </p:sp>
    </p:spTree>
    <p:extLst>
      <p:ext uri="{BB962C8B-B14F-4D97-AF65-F5344CB8AC3E}">
        <p14:creationId xmlns:p14="http://schemas.microsoft.com/office/powerpoint/2010/main" val="107105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14" y="662151"/>
            <a:ext cx="8911687" cy="59909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of Communication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614" y="1481959"/>
            <a:ext cx="9864998" cy="5123793"/>
          </a:xfrm>
        </p:spPr>
        <p:txBody>
          <a:bodyPr>
            <a:noAutofit/>
          </a:bodyPr>
          <a:lstStyle/>
          <a:p>
            <a:r>
              <a:rPr lang="en-US" sz="2400" b="1" dirty="0"/>
              <a:t>Interference (the distortion/ noise/ interruption) </a:t>
            </a:r>
            <a:r>
              <a:rPr lang="en-US" sz="2400" dirty="0"/>
              <a:t>– any stimulus that hinders the process of sharing meaning; either physical or psychological</a:t>
            </a:r>
          </a:p>
          <a:p>
            <a:pPr lvl="2"/>
            <a:r>
              <a:rPr lang="en-US" sz="2000" i="1" u="sng" dirty="0"/>
              <a:t>Physical</a:t>
            </a:r>
            <a:r>
              <a:rPr lang="en-US" dirty="0"/>
              <a:t> – </a:t>
            </a:r>
            <a:r>
              <a:rPr lang="en-US" sz="2000" dirty="0"/>
              <a:t>sights, sounds, any environmental stimuli that creates distraction from the intended meaning</a:t>
            </a:r>
          </a:p>
          <a:p>
            <a:pPr lvl="2"/>
            <a:r>
              <a:rPr lang="en-US" sz="2000" i="1" u="sng" dirty="0"/>
              <a:t>Psychological</a:t>
            </a:r>
            <a:r>
              <a:rPr lang="en-US" sz="2000" dirty="0"/>
              <a:t> – internal (mental) distractions based on feelings, emotions, preoccupations, assumptions, day dreaming, past experiences, semantic interpretations, symbolic references</a:t>
            </a:r>
          </a:p>
        </p:txBody>
      </p:sp>
    </p:spTree>
    <p:extLst>
      <p:ext uri="{BB962C8B-B14F-4D97-AF65-F5344CB8AC3E}">
        <p14:creationId xmlns:p14="http://schemas.microsoft.com/office/powerpoint/2010/main" val="274405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14" y="662151"/>
            <a:ext cx="8911687" cy="59909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of Communication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614" y="1481959"/>
            <a:ext cx="9864998" cy="5123793"/>
          </a:xfrm>
        </p:spPr>
        <p:txBody>
          <a:bodyPr>
            <a:noAutofit/>
          </a:bodyPr>
          <a:lstStyle/>
          <a:p>
            <a:r>
              <a:rPr lang="en-US" sz="2400" b="1" dirty="0"/>
              <a:t>Feedback (the reaction/ response) </a:t>
            </a:r>
            <a:r>
              <a:rPr lang="en-US" sz="2400" dirty="0"/>
              <a:t>– how the message is seen, heard, visualized, interpreted</a:t>
            </a:r>
          </a:p>
          <a:p>
            <a:pPr lvl="2"/>
            <a:r>
              <a:rPr lang="en-US" sz="2000" i="1" u="sng" dirty="0"/>
              <a:t>Reaction</a:t>
            </a:r>
            <a:r>
              <a:rPr lang="en-US" sz="2000" dirty="0"/>
              <a:t> – responding (emotionally or physically)to the message</a:t>
            </a:r>
          </a:p>
          <a:p>
            <a:pPr lvl="2"/>
            <a:r>
              <a:rPr lang="en-US" sz="2000" i="1" u="sng" dirty="0"/>
              <a:t>Response</a:t>
            </a:r>
            <a:r>
              <a:rPr lang="en-US" sz="2000" i="1" dirty="0"/>
              <a:t> </a:t>
            </a:r>
            <a:r>
              <a:rPr lang="en-US" sz="2000" dirty="0"/>
              <a:t>– verbal feedback/ gestures/ sounds/ restatements/ appreciations</a:t>
            </a:r>
          </a:p>
        </p:txBody>
      </p:sp>
    </p:spTree>
    <p:extLst>
      <p:ext uri="{BB962C8B-B14F-4D97-AF65-F5344CB8AC3E}">
        <p14:creationId xmlns:p14="http://schemas.microsoft.com/office/powerpoint/2010/main" val="79088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728" y="24063"/>
            <a:ext cx="6302543" cy="649705"/>
          </a:xfrm>
        </p:spPr>
        <p:txBody>
          <a:bodyPr/>
          <a:lstStyle/>
          <a:p>
            <a:r>
              <a:rPr lang="en-US" dirty="0"/>
              <a:t>The Communication Model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3768"/>
            <a:ext cx="12192000" cy="6184232"/>
          </a:xfrm>
        </p:spPr>
      </p:pic>
    </p:spTree>
    <p:extLst>
      <p:ext uri="{BB962C8B-B14F-4D97-AF65-F5344CB8AC3E}">
        <p14:creationId xmlns:p14="http://schemas.microsoft.com/office/powerpoint/2010/main" val="388328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413703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7999"/>
          </a:xfrm>
        </p:spPr>
      </p:pic>
    </p:spTree>
    <p:extLst>
      <p:ext uri="{BB962C8B-B14F-4D97-AF65-F5344CB8AC3E}">
        <p14:creationId xmlns:p14="http://schemas.microsoft.com/office/powerpoint/2010/main" val="254644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484" y="-1534"/>
            <a:ext cx="7297032" cy="603111"/>
          </a:xfrm>
        </p:spPr>
        <p:txBody>
          <a:bodyPr>
            <a:normAutofit fontScale="90000"/>
          </a:bodyPr>
          <a:lstStyle/>
          <a:p>
            <a:r>
              <a:rPr lang="en-US" dirty="0"/>
              <a:t>Healthcare Communication Model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611"/>
            <a:ext cx="12192000" cy="6244390"/>
          </a:xfrm>
        </p:spPr>
      </p:pic>
    </p:spTree>
    <p:extLst>
      <p:ext uri="{BB962C8B-B14F-4D97-AF65-F5344CB8AC3E}">
        <p14:creationId xmlns:p14="http://schemas.microsoft.com/office/powerpoint/2010/main" val="329040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FBF5-BC56-28E6-749B-4D95DFB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015" y="624110"/>
            <a:ext cx="8911687" cy="794616"/>
          </a:xfrm>
        </p:spPr>
        <p:txBody>
          <a:bodyPr/>
          <a:lstStyle/>
          <a:p>
            <a:r>
              <a:rPr lang="en-US" dirty="0"/>
              <a:t>Assigned Task – End of 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07BAE-5F5E-657C-3C8A-1701811A5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080" y="1661652"/>
            <a:ext cx="105537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Complete the reading of Ch.1. </a:t>
            </a:r>
          </a:p>
          <a:p>
            <a:pPr marL="0" indent="0">
              <a:buNone/>
            </a:pPr>
            <a:r>
              <a:rPr lang="en-US" sz="2400" dirty="0"/>
              <a:t>You would have a pop-up quiz (10 points) (1% weightage) next week.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Groups of 4 students each.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Hand over the list to the Instructor in Excel sheet </a:t>
            </a:r>
            <a:r>
              <a:rPr lang="en-US" sz="2000" i="1" dirty="0"/>
              <a:t>(will be posted shortly).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1174642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431</TotalTime>
  <Words>731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Wisp</vt:lpstr>
      <vt:lpstr>Communication Skills (SS-2010) </vt:lpstr>
      <vt:lpstr>Course Learning Objectives </vt:lpstr>
      <vt:lpstr>Ch.1    Communication Perspectives (CLO-01,02)</vt:lpstr>
      <vt:lpstr>Elements of Communication</vt:lpstr>
      <vt:lpstr>Week 1.2</vt:lpstr>
      <vt:lpstr>Canned Plans and Scripts</vt:lpstr>
      <vt:lpstr>Elements of Communication (Cont’d)</vt:lpstr>
      <vt:lpstr>Elements of Communication (Cont’d)</vt:lpstr>
      <vt:lpstr>Elements of Communication (Cont’d)</vt:lpstr>
      <vt:lpstr>Elements of Communication (Cont’d)</vt:lpstr>
      <vt:lpstr>The Communication Model</vt:lpstr>
      <vt:lpstr>PowerPoint Presentation</vt:lpstr>
      <vt:lpstr>PowerPoint Presentation</vt:lpstr>
      <vt:lpstr>Healthcare Communication Model</vt:lpstr>
      <vt:lpstr>Assigned Task – End of Week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(SS-123) </dc:title>
  <dc:creator>Microsoft account</dc:creator>
  <cp:lastModifiedBy>Mr.Muhammad Zulfiqar Ali</cp:lastModifiedBy>
  <cp:revision>54</cp:revision>
  <dcterms:created xsi:type="dcterms:W3CDTF">2021-03-06T08:10:19Z</dcterms:created>
  <dcterms:modified xsi:type="dcterms:W3CDTF">2025-01-28T06:12:45Z</dcterms:modified>
</cp:coreProperties>
</file>