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layfair Display"/>
      <p:regular r:id="rId15"/>
    </p:embeddedFont>
    <p:embeddedFont>
      <p:font typeface="Playfair Display"/>
      <p:regular r:id="rId16"/>
    </p:embeddedFont>
    <p:embeddedFont>
      <p:font typeface="Playfair Display"/>
      <p:regular r:id="rId17"/>
    </p:embeddedFont>
    <p:embeddedFont>
      <p:font typeface="Playfair Display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Automation Challenges in Electrical Engineering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covers automation challenges in electrical engineering. We will focus on a specific problem. Our team members are SARA SAIF, HASEEB UR REHMAN, SHEZA NAVEED &amp; M. TASEER from section 6. Date: . This presentation is for Communication Skill.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326856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Presentation Roadmap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Definition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the scope and impact.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Analysis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 root causes and factors.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Inefficiencies of current strategies.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357973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Proposed Automation Solution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and implementation of our solution.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Benefits, future implications, and scalability.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20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Introduction to [Specific Problem]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97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[Specific Problem] is a critical challenge. An example is grid instability due to renewable energy integration.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Renewable energy curtailment costs utilities billions. SCADA system vulnerabilities lead to security breaches.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116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 results in economic losses and safety risks. Operational inefficiencies are also a concern.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7924"/>
            <a:ext cx="9952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Root Causes and Contributing Factors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918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Explanation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intermittency of solar and wind power leads to voltage fluctuations.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Outdated SCADA systems lack encryption.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and Statistics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Renewable energy penetration vs grid frequency deviations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99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motors energy vs variable-speed drives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451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Current Mitigation Strategies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02230"/>
            <a:ext cx="3664863" cy="2886075"/>
          </a:xfrm>
          <a:prstGeom prst="roundRect">
            <a:avLst>
              <a:gd name="adj" fmla="val 1179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829044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Overview of Existing Solutions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673793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Grid operators use manual load shedding.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453568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Energy audits are used to improve motor efficiency.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602230"/>
            <a:ext cx="3664863" cy="2886075"/>
          </a:xfrm>
          <a:prstGeom prst="roundRect">
            <a:avLst>
              <a:gd name="adj" fmla="val 1179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4912281" y="28290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281" y="3319463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load shedding is slow and costly. Energy audits are expensive and time-consuming.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71511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941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 Analysis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43235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load shedding has an annual cost. Retrofits have a payback period. Breaches are costly.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50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Proposed Automation Solution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39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912745"/>
            <a:ext cx="3974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AI-powered Grid Management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39458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87579" y="4199811"/>
            <a:ext cx="4078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Predictive Maintenance System</a:t>
            </a:r>
            <a:endParaRPr lang="en-US" sz="2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26524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87579" y="5486876"/>
            <a:ext cx="3363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Blockchain Cybersecurity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793790" y="634865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an AI-powered grid system. Implement a predictive system. Develop a blockchain platform.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99618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Conclusion: Benefits and Implications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3118366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4101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345180"/>
            <a:ext cx="2635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Improved Efficiency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93942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982998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18766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209812"/>
            <a:ext cx="2454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804053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847630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50522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5074444"/>
            <a:ext cx="25090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Sustainable Energy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9107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 offers quantifiable benefits. It has long-term impacts on industry. The solutions is readily deployed.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62991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Questions &amp; Discussion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for your attention. I am open for questions and further discussion.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2025-03-22T09:39:07Z</dcterms:created>
  <dcterms:modified xsi:type="dcterms:W3CDTF">2025-03-22T09:39:07Z</dcterms:modified>
</cp:coreProperties>
</file>