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61" r:id="rId3"/>
    <p:sldId id="307" r:id="rId4"/>
    <p:sldId id="280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7" r:id="rId13"/>
    <p:sldId id="316" r:id="rId14"/>
    <p:sldId id="318" r:id="rId15"/>
    <p:sldId id="319" r:id="rId16"/>
    <p:sldId id="320" r:id="rId17"/>
    <p:sldId id="321" r:id="rId18"/>
    <p:sldId id="322" r:id="rId19"/>
    <p:sldId id="26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9F5396-91D1-4763-B9C1-33902585870B}">
          <p14:sldIdLst>
            <p14:sldId id="256"/>
            <p14:sldId id="261"/>
            <p14:sldId id="307"/>
            <p14:sldId id="280"/>
            <p14:sldId id="309"/>
            <p14:sldId id="310"/>
            <p14:sldId id="311"/>
            <p14:sldId id="312"/>
            <p14:sldId id="313"/>
            <p14:sldId id="314"/>
            <p14:sldId id="315"/>
            <p14:sldId id="317"/>
            <p14:sldId id="316"/>
            <p14:sldId id="318"/>
            <p14:sldId id="319"/>
            <p14:sldId id="320"/>
            <p14:sldId id="321"/>
            <p14:sldId id="322"/>
          </p14:sldIdLst>
        </p14:section>
        <p14:section name="Untitled Section" id="{30A681BC-0D2E-4C11-B35B-DEDD0452AE64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06FE1-0A05-475B-9984-547871C9DF61}" v="84" dt="2023-03-07T13:02:40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Muhammad Zulfiqar Ali" userId="c4b4daea-c3cd-4a1b-ae38-2a74107589dc" providerId="ADAL" clId="{A9F5C888-ABDA-455C-84E1-07472B9E0CDE}"/>
    <pc:docChg chg="undo custSel addSld modSld addSection modSection">
      <pc:chgData name="Mr.Muhammad Zulfiqar Ali" userId="c4b4daea-c3cd-4a1b-ae38-2a74107589dc" providerId="ADAL" clId="{A9F5C888-ABDA-455C-84E1-07472B9E0CDE}" dt="2023-02-25T18:51:08.101" v="7120" actId="1036"/>
      <pc:docMkLst>
        <pc:docMk/>
      </pc:docMkLst>
      <pc:sldChg chg="addSp delSp modSp mod setBg">
        <pc:chgData name="Mr.Muhammad Zulfiqar Ali" userId="c4b4daea-c3cd-4a1b-ae38-2a74107589dc" providerId="ADAL" clId="{A9F5C888-ABDA-455C-84E1-07472B9E0CDE}" dt="2023-02-22T11:57:31.321" v="187" actId="20577"/>
        <pc:sldMkLst>
          <pc:docMk/>
          <pc:sldMk cId="71137614" sldId="256"/>
        </pc:sldMkLst>
        <pc:spChg chg="mod">
          <ac:chgData name="Mr.Muhammad Zulfiqar Ali" userId="c4b4daea-c3cd-4a1b-ae38-2a74107589dc" providerId="ADAL" clId="{A9F5C888-ABDA-455C-84E1-07472B9E0CDE}" dt="2023-02-22T11:55:52.254" v="148" actId="26606"/>
          <ac:spMkLst>
            <pc:docMk/>
            <pc:sldMk cId="71137614" sldId="256"/>
            <ac:spMk id="2" creationId="{00000000-0000-0000-0000-000000000000}"/>
          </ac:spMkLst>
        </pc:spChg>
        <pc:spChg chg="del mod">
          <ac:chgData name="Mr.Muhammad Zulfiqar Ali" userId="c4b4daea-c3cd-4a1b-ae38-2a74107589dc" providerId="ADAL" clId="{A9F5C888-ABDA-455C-84E1-07472B9E0CDE}" dt="2023-02-22T11:51:24.873" v="4" actId="478"/>
          <ac:spMkLst>
            <pc:docMk/>
            <pc:sldMk cId="71137614" sldId="256"/>
            <ac:spMk id="3" creationId="{00000000-0000-0000-0000-000000000000}"/>
          </ac:spMkLst>
        </pc:spChg>
        <pc:spChg chg="add del mod">
          <ac:chgData name="Mr.Muhammad Zulfiqar Ali" userId="c4b4daea-c3cd-4a1b-ae38-2a74107589dc" providerId="ADAL" clId="{A9F5C888-ABDA-455C-84E1-07472B9E0CDE}" dt="2023-02-22T11:52:10.497" v="71" actId="478"/>
          <ac:spMkLst>
            <pc:docMk/>
            <pc:sldMk cId="71137614" sldId="256"/>
            <ac:spMk id="6" creationId="{A323B03A-2DE2-CD44-131D-49531703D010}"/>
          </ac:spMkLst>
        </pc:spChg>
        <pc:spChg chg="add mod">
          <ac:chgData name="Mr.Muhammad Zulfiqar Ali" userId="c4b4daea-c3cd-4a1b-ae38-2a74107589dc" providerId="ADAL" clId="{A9F5C888-ABDA-455C-84E1-07472B9E0CDE}" dt="2023-02-22T11:57:31.321" v="187" actId="20577"/>
          <ac:spMkLst>
            <pc:docMk/>
            <pc:sldMk cId="71137614" sldId="256"/>
            <ac:spMk id="7" creationId="{5C183EDB-F2DA-D6B3-0704-900260F57861}"/>
          </ac:spMkLst>
        </pc:spChg>
        <pc:spChg chg="add del">
          <ac:chgData name="Mr.Muhammad Zulfiqar Ali" userId="c4b4daea-c3cd-4a1b-ae38-2a74107589dc" providerId="ADAL" clId="{A9F5C888-ABDA-455C-84E1-07472B9E0CDE}" dt="2023-02-22T11:55:52.254" v="148" actId="26606"/>
          <ac:spMkLst>
            <pc:docMk/>
            <pc:sldMk cId="71137614" sldId="256"/>
            <ac:spMk id="10" creationId="{A692209D-B607-46C3-8560-07AF72291659}"/>
          </ac:spMkLst>
        </pc:spChg>
        <pc:spChg chg="add del">
          <ac:chgData name="Mr.Muhammad Zulfiqar Ali" userId="c4b4daea-c3cd-4a1b-ae38-2a74107589dc" providerId="ADAL" clId="{A9F5C888-ABDA-455C-84E1-07472B9E0CDE}" dt="2023-02-22T11:55:52.254" v="148" actId="26606"/>
          <ac:spMkLst>
            <pc:docMk/>
            <pc:sldMk cId="71137614" sldId="256"/>
            <ac:spMk id="12" creationId="{94874638-CF15-4908-BC4B-4908744D0BAF}"/>
          </ac:spMkLst>
        </pc:spChg>
        <pc:spChg chg="add del">
          <ac:chgData name="Mr.Muhammad Zulfiqar Ali" userId="c4b4daea-c3cd-4a1b-ae38-2a74107589dc" providerId="ADAL" clId="{A9F5C888-ABDA-455C-84E1-07472B9E0CDE}" dt="2023-02-22T11:55:52.254" v="148" actId="26606"/>
          <ac:spMkLst>
            <pc:docMk/>
            <pc:sldMk cId="71137614" sldId="256"/>
            <ac:spMk id="14" creationId="{5F1B8348-CD6E-4561-A704-C232D9A2676D}"/>
          </ac:spMkLst>
        </pc:spChg>
        <pc:spChg chg="add del">
          <ac:chgData name="Mr.Muhammad Zulfiqar Ali" userId="c4b4daea-c3cd-4a1b-ae38-2a74107589dc" providerId="ADAL" clId="{A9F5C888-ABDA-455C-84E1-07472B9E0CDE}" dt="2023-02-22T11:55:50.161" v="145" actId="26606"/>
          <ac:spMkLst>
            <pc:docMk/>
            <pc:sldMk cId="71137614" sldId="256"/>
            <ac:spMk id="47" creationId="{1996130F-9AB5-4DE9-8574-3AF891C5C172}"/>
          </ac:spMkLst>
        </pc:spChg>
        <pc:spChg chg="add del">
          <ac:chgData name="Mr.Muhammad Zulfiqar Ali" userId="c4b4daea-c3cd-4a1b-ae38-2a74107589dc" providerId="ADAL" clId="{A9F5C888-ABDA-455C-84E1-07472B9E0CDE}" dt="2023-02-22T11:55:50.161" v="145" actId="26606"/>
          <ac:spMkLst>
            <pc:docMk/>
            <pc:sldMk cId="71137614" sldId="256"/>
            <ac:spMk id="49" creationId="{7326F4E6-9131-42DA-97B2-0BA8D1E258AD}"/>
          </ac:spMkLst>
        </pc:spChg>
        <pc:spChg chg="add del">
          <ac:chgData name="Mr.Muhammad Zulfiqar Ali" userId="c4b4daea-c3cd-4a1b-ae38-2a74107589dc" providerId="ADAL" clId="{A9F5C888-ABDA-455C-84E1-07472B9E0CDE}" dt="2023-02-22T11:55:50.161" v="145" actId="26606"/>
          <ac:spMkLst>
            <pc:docMk/>
            <pc:sldMk cId="71137614" sldId="256"/>
            <ac:spMk id="51" creationId="{1EDD21E1-BAF0-4314-AB31-82ECB8AC9EA9}"/>
          </ac:spMkLst>
        </pc:spChg>
        <pc:spChg chg="add del">
          <ac:chgData name="Mr.Muhammad Zulfiqar Ali" userId="c4b4daea-c3cd-4a1b-ae38-2a74107589dc" providerId="ADAL" clId="{A9F5C888-ABDA-455C-84E1-07472B9E0CDE}" dt="2023-02-22T11:55:50.161" v="145" actId="26606"/>
          <ac:spMkLst>
            <pc:docMk/>
            <pc:sldMk cId="71137614" sldId="256"/>
            <ac:spMk id="53" creationId="{FDC8619C-F25D-468E-95FA-2A2151D7DDD2}"/>
          </ac:spMkLst>
        </pc:spChg>
        <pc:spChg chg="add del">
          <ac:chgData name="Mr.Muhammad Zulfiqar Ali" userId="c4b4daea-c3cd-4a1b-ae38-2a74107589dc" providerId="ADAL" clId="{A9F5C888-ABDA-455C-84E1-07472B9E0CDE}" dt="2023-02-22T11:55:50.161" v="145" actId="26606"/>
          <ac:spMkLst>
            <pc:docMk/>
            <pc:sldMk cId="71137614" sldId="256"/>
            <ac:spMk id="55" creationId="{7D9439D6-DEAD-4CEB-A61B-BE3D64D1B598}"/>
          </ac:spMkLst>
        </pc:spChg>
        <pc:spChg chg="add del">
          <ac:chgData name="Mr.Muhammad Zulfiqar Ali" userId="c4b4daea-c3cd-4a1b-ae38-2a74107589dc" providerId="ADAL" clId="{A9F5C888-ABDA-455C-84E1-07472B9E0CDE}" dt="2023-02-22T11:55:52.239" v="147" actId="26606"/>
          <ac:spMkLst>
            <pc:docMk/>
            <pc:sldMk cId="71137614" sldId="256"/>
            <ac:spMk id="59" creationId="{1996130F-9AB5-4DE9-8574-3AF891C5C172}"/>
          </ac:spMkLst>
        </pc:spChg>
        <pc:spChg chg="add del">
          <ac:chgData name="Mr.Muhammad Zulfiqar Ali" userId="c4b4daea-c3cd-4a1b-ae38-2a74107589dc" providerId="ADAL" clId="{A9F5C888-ABDA-455C-84E1-07472B9E0CDE}" dt="2023-02-22T11:55:52.239" v="147" actId="26606"/>
          <ac:spMkLst>
            <pc:docMk/>
            <pc:sldMk cId="71137614" sldId="256"/>
            <ac:spMk id="60" creationId="{7326F4E6-9131-42DA-97B2-0BA8D1E258AD}"/>
          </ac:spMkLst>
        </pc:spChg>
        <pc:spChg chg="add del">
          <ac:chgData name="Mr.Muhammad Zulfiqar Ali" userId="c4b4daea-c3cd-4a1b-ae38-2a74107589dc" providerId="ADAL" clId="{A9F5C888-ABDA-455C-84E1-07472B9E0CDE}" dt="2023-02-22T11:55:52.239" v="147" actId="26606"/>
          <ac:spMkLst>
            <pc:docMk/>
            <pc:sldMk cId="71137614" sldId="256"/>
            <ac:spMk id="61" creationId="{3F4C104D-5F30-4811-9376-566B26E4719A}"/>
          </ac:spMkLst>
        </pc:spChg>
        <pc:spChg chg="add del">
          <ac:chgData name="Mr.Muhammad Zulfiqar Ali" userId="c4b4daea-c3cd-4a1b-ae38-2a74107589dc" providerId="ADAL" clId="{A9F5C888-ABDA-455C-84E1-07472B9E0CDE}" dt="2023-02-22T11:55:52.239" v="147" actId="26606"/>
          <ac:spMkLst>
            <pc:docMk/>
            <pc:sldMk cId="71137614" sldId="256"/>
            <ac:spMk id="62" creationId="{0815E34B-5D02-4E01-A936-E8E1C0AB6F12}"/>
          </ac:spMkLst>
        </pc:spChg>
        <pc:spChg chg="add del">
          <ac:chgData name="Mr.Muhammad Zulfiqar Ali" userId="c4b4daea-c3cd-4a1b-ae38-2a74107589dc" providerId="ADAL" clId="{A9F5C888-ABDA-455C-84E1-07472B9E0CDE}" dt="2023-02-22T11:55:52.239" v="147" actId="26606"/>
          <ac:spMkLst>
            <pc:docMk/>
            <pc:sldMk cId="71137614" sldId="256"/>
            <ac:spMk id="63" creationId="{7DE3414B-B032-4710-A468-D3285E38C5FF}"/>
          </ac:spMkLst>
        </pc:spChg>
        <pc:spChg chg="add">
          <ac:chgData name="Mr.Muhammad Zulfiqar Ali" userId="c4b4daea-c3cd-4a1b-ae38-2a74107589dc" providerId="ADAL" clId="{A9F5C888-ABDA-455C-84E1-07472B9E0CDE}" dt="2023-02-22T11:55:52.254" v="148" actId="26606"/>
          <ac:spMkLst>
            <pc:docMk/>
            <pc:sldMk cId="71137614" sldId="256"/>
            <ac:spMk id="67" creationId="{1996130F-9AB5-4DE9-8574-3AF891C5C172}"/>
          </ac:spMkLst>
        </pc:spChg>
        <pc:spChg chg="add">
          <ac:chgData name="Mr.Muhammad Zulfiqar Ali" userId="c4b4daea-c3cd-4a1b-ae38-2a74107589dc" providerId="ADAL" clId="{A9F5C888-ABDA-455C-84E1-07472B9E0CDE}" dt="2023-02-22T11:55:52.254" v="148" actId="26606"/>
          <ac:spMkLst>
            <pc:docMk/>
            <pc:sldMk cId="71137614" sldId="256"/>
            <ac:spMk id="68" creationId="{7326F4E6-9131-42DA-97B2-0BA8D1E258AD}"/>
          </ac:spMkLst>
        </pc:spChg>
        <pc:grpChg chg="add del">
          <ac:chgData name="Mr.Muhammad Zulfiqar Ali" userId="c4b4daea-c3cd-4a1b-ae38-2a74107589dc" providerId="ADAL" clId="{A9F5C888-ABDA-455C-84E1-07472B9E0CDE}" dt="2023-02-22T11:55:50.161" v="145" actId="26606"/>
          <ac:grpSpMkLst>
            <pc:docMk/>
            <pc:sldMk cId="71137614" sldId="256"/>
            <ac:grpSpMk id="19" creationId="{166BF9EE-F7AC-4FA5-AC7E-001B3A642F75}"/>
          </ac:grpSpMkLst>
        </pc:grpChg>
        <pc:grpChg chg="add del">
          <ac:chgData name="Mr.Muhammad Zulfiqar Ali" userId="c4b4daea-c3cd-4a1b-ae38-2a74107589dc" providerId="ADAL" clId="{A9F5C888-ABDA-455C-84E1-07472B9E0CDE}" dt="2023-02-22T11:55:50.161" v="145" actId="26606"/>
          <ac:grpSpMkLst>
            <pc:docMk/>
            <pc:sldMk cId="71137614" sldId="256"/>
            <ac:grpSpMk id="33" creationId="{E312DBA5-56D8-42B2-BA94-28168C2A6703}"/>
          </ac:grpSpMkLst>
        </pc:grpChg>
        <pc:grpChg chg="add del">
          <ac:chgData name="Mr.Muhammad Zulfiqar Ali" userId="c4b4daea-c3cd-4a1b-ae38-2a74107589dc" providerId="ADAL" clId="{A9F5C888-ABDA-455C-84E1-07472B9E0CDE}" dt="2023-02-22T11:55:52.239" v="147" actId="26606"/>
          <ac:grpSpMkLst>
            <pc:docMk/>
            <pc:sldMk cId="71137614" sldId="256"/>
            <ac:grpSpMk id="57" creationId="{166BF9EE-F7AC-4FA5-AC7E-001B3A642F75}"/>
          </ac:grpSpMkLst>
        </pc:grpChg>
        <pc:grpChg chg="add del">
          <ac:chgData name="Mr.Muhammad Zulfiqar Ali" userId="c4b4daea-c3cd-4a1b-ae38-2a74107589dc" providerId="ADAL" clId="{A9F5C888-ABDA-455C-84E1-07472B9E0CDE}" dt="2023-02-22T11:55:52.239" v="147" actId="26606"/>
          <ac:grpSpMkLst>
            <pc:docMk/>
            <pc:sldMk cId="71137614" sldId="256"/>
            <ac:grpSpMk id="58" creationId="{E312DBA5-56D8-42B2-BA94-28168C2A6703}"/>
          </ac:grpSpMkLst>
        </pc:grpChg>
        <pc:grpChg chg="add">
          <ac:chgData name="Mr.Muhammad Zulfiqar Ali" userId="c4b4daea-c3cd-4a1b-ae38-2a74107589dc" providerId="ADAL" clId="{A9F5C888-ABDA-455C-84E1-07472B9E0CDE}" dt="2023-02-22T11:55:52.254" v="148" actId="26606"/>
          <ac:grpSpMkLst>
            <pc:docMk/>
            <pc:sldMk cId="71137614" sldId="256"/>
            <ac:grpSpMk id="65" creationId="{166BF9EE-F7AC-4FA5-AC7E-001B3A642F75}"/>
          </ac:grpSpMkLst>
        </pc:grpChg>
        <pc:grpChg chg="add">
          <ac:chgData name="Mr.Muhammad Zulfiqar Ali" userId="c4b4daea-c3cd-4a1b-ae38-2a74107589dc" providerId="ADAL" clId="{A9F5C888-ABDA-455C-84E1-07472B9E0CDE}" dt="2023-02-22T11:55:52.254" v="148" actId="26606"/>
          <ac:grpSpMkLst>
            <pc:docMk/>
            <pc:sldMk cId="71137614" sldId="256"/>
            <ac:grpSpMk id="66" creationId="{E312DBA5-56D8-42B2-BA94-28168C2A6703}"/>
          </ac:grpSpMkLst>
        </pc:grpChg>
        <pc:picChg chg="add mod ord">
          <ac:chgData name="Mr.Muhammad Zulfiqar Ali" userId="c4b4daea-c3cd-4a1b-ae38-2a74107589dc" providerId="ADAL" clId="{A9F5C888-ABDA-455C-84E1-07472B9E0CDE}" dt="2023-02-22T11:55:52.254" v="148" actId="26606"/>
          <ac:picMkLst>
            <pc:docMk/>
            <pc:sldMk cId="71137614" sldId="256"/>
            <ac:picMk id="5" creationId="{211C737C-D36C-952C-4F55-C891220B4395}"/>
          </ac:picMkLst>
        </pc:picChg>
      </pc:sldChg>
      <pc:sldChg chg="modSp mod modAnim">
        <pc:chgData name="Mr.Muhammad Zulfiqar Ali" userId="c4b4daea-c3cd-4a1b-ae38-2a74107589dc" providerId="ADAL" clId="{A9F5C888-ABDA-455C-84E1-07472B9E0CDE}" dt="2023-02-25T04:00:30.340" v="680" actId="20577"/>
        <pc:sldMkLst>
          <pc:docMk/>
          <pc:sldMk cId="4209097686" sldId="257"/>
        </pc:sldMkLst>
        <pc:spChg chg="mod">
          <ac:chgData name="Mr.Muhammad Zulfiqar Ali" userId="c4b4daea-c3cd-4a1b-ae38-2a74107589dc" providerId="ADAL" clId="{A9F5C888-ABDA-455C-84E1-07472B9E0CDE}" dt="2023-02-22T12:08:06.984" v="526" actId="20577"/>
          <ac:spMkLst>
            <pc:docMk/>
            <pc:sldMk cId="4209097686" sldId="257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4:00:30.340" v="680" actId="20577"/>
          <ac:spMkLst>
            <pc:docMk/>
            <pc:sldMk cId="4209097686" sldId="257"/>
            <ac:spMk id="3" creationId="{00000000-0000-0000-0000-000000000000}"/>
          </ac:spMkLst>
        </pc:spChg>
      </pc:sldChg>
      <pc:sldChg chg="addSp delSp modSp mod setBg modAnim">
        <pc:chgData name="Mr.Muhammad Zulfiqar Ali" userId="c4b4daea-c3cd-4a1b-ae38-2a74107589dc" providerId="ADAL" clId="{A9F5C888-ABDA-455C-84E1-07472B9E0CDE}" dt="2023-02-25T04:44:09.012" v="2521"/>
        <pc:sldMkLst>
          <pc:docMk/>
          <pc:sldMk cId="3610704368" sldId="258"/>
        </pc:sldMkLst>
        <pc:spChg chg="del mod ord">
          <ac:chgData name="Mr.Muhammad Zulfiqar Ali" userId="c4b4daea-c3cd-4a1b-ae38-2a74107589dc" providerId="ADAL" clId="{A9F5C888-ABDA-455C-84E1-07472B9E0CDE}" dt="2023-02-25T04:27:28" v="1661" actId="478"/>
          <ac:spMkLst>
            <pc:docMk/>
            <pc:sldMk cId="3610704368" sldId="258"/>
            <ac:spMk id="4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4:27:11.655" v="1656" actId="1076"/>
          <ac:spMkLst>
            <pc:docMk/>
            <pc:sldMk cId="3610704368" sldId="258"/>
            <ac:spMk id="5" creationId="{00000000-0000-0000-0000-000000000000}"/>
          </ac:spMkLst>
        </pc:spChg>
        <pc:spChg chg="add del">
          <ac:chgData name="Mr.Muhammad Zulfiqar Ali" userId="c4b4daea-c3cd-4a1b-ae38-2a74107589dc" providerId="ADAL" clId="{A9F5C888-ABDA-455C-84E1-07472B9E0CDE}" dt="2023-02-25T04:02:58.690" v="683" actId="26606"/>
          <ac:spMkLst>
            <pc:docMk/>
            <pc:sldMk cId="3610704368" sldId="258"/>
            <ac:spMk id="10" creationId="{9EF35382-1295-BE25-9383-83B53872427A}"/>
          </ac:spMkLst>
        </pc:spChg>
        <pc:spChg chg="add del">
          <ac:chgData name="Mr.Muhammad Zulfiqar Ali" userId="c4b4daea-c3cd-4a1b-ae38-2a74107589dc" providerId="ADAL" clId="{A9F5C888-ABDA-455C-84E1-07472B9E0CDE}" dt="2023-02-25T04:03:03.501" v="686" actId="26606"/>
          <ac:spMkLst>
            <pc:docMk/>
            <pc:sldMk cId="3610704368" sldId="258"/>
            <ac:spMk id="12" creationId="{03BB3ABC-FE6B-9E3B-7450-90FAEBCCD309}"/>
          </ac:spMkLst>
        </pc:spChg>
        <pc:spChg chg="add del">
          <ac:chgData name="Mr.Muhammad Zulfiqar Ali" userId="c4b4daea-c3cd-4a1b-ae38-2a74107589dc" providerId="ADAL" clId="{A9F5C888-ABDA-455C-84E1-07472B9E0CDE}" dt="2023-02-25T04:03:03.501" v="686" actId="26606"/>
          <ac:spMkLst>
            <pc:docMk/>
            <pc:sldMk cId="3610704368" sldId="258"/>
            <ac:spMk id="13" creationId="{763516C8-F227-4B77-9AA7-61B9A0B78253}"/>
          </ac:spMkLst>
        </pc:spChg>
        <pc:spChg chg="add del">
          <ac:chgData name="Mr.Muhammad Zulfiqar Ali" userId="c4b4daea-c3cd-4a1b-ae38-2a74107589dc" providerId="ADAL" clId="{A9F5C888-ABDA-455C-84E1-07472B9E0CDE}" dt="2023-02-25T04:03:03.501" v="686" actId="26606"/>
          <ac:spMkLst>
            <pc:docMk/>
            <pc:sldMk cId="3610704368" sldId="258"/>
            <ac:spMk id="15" creationId="{D91B420C-C4C8-44DF-96B2-FBD1014646FE}"/>
          </ac:spMkLst>
        </pc:spChg>
        <pc:spChg chg="add del">
          <ac:chgData name="Mr.Muhammad Zulfiqar Ali" userId="c4b4daea-c3cd-4a1b-ae38-2a74107589dc" providerId="ADAL" clId="{A9F5C888-ABDA-455C-84E1-07472B9E0CDE}" dt="2023-02-25T04:03:03.501" v="686" actId="26606"/>
          <ac:spMkLst>
            <pc:docMk/>
            <pc:sldMk cId="3610704368" sldId="258"/>
            <ac:spMk id="17" creationId="{070928B1-3E69-44AC-A1EE-B4E4270A7A51}"/>
          </ac:spMkLst>
        </pc:spChg>
        <pc:spChg chg="add del">
          <ac:chgData name="Mr.Muhammad Zulfiqar Ali" userId="c4b4daea-c3cd-4a1b-ae38-2a74107589dc" providerId="ADAL" clId="{A9F5C888-ABDA-455C-84E1-07472B9E0CDE}" dt="2023-02-25T04:03:52.189" v="690" actId="26606"/>
          <ac:spMkLst>
            <pc:docMk/>
            <pc:sldMk cId="3610704368" sldId="258"/>
            <ac:spMk id="19" creationId="{3F4C104D-5F30-4811-9376-566B26E4719A}"/>
          </ac:spMkLst>
        </pc:spChg>
        <pc:spChg chg="add del">
          <ac:chgData name="Mr.Muhammad Zulfiqar Ali" userId="c4b4daea-c3cd-4a1b-ae38-2a74107589dc" providerId="ADAL" clId="{A9F5C888-ABDA-455C-84E1-07472B9E0CDE}" dt="2023-02-25T04:03:52.189" v="690" actId="26606"/>
          <ac:spMkLst>
            <pc:docMk/>
            <pc:sldMk cId="3610704368" sldId="258"/>
            <ac:spMk id="20" creationId="{0815E34B-5D02-4E01-A936-E8E1C0AB6F12}"/>
          </ac:spMkLst>
        </pc:spChg>
        <pc:spChg chg="add mod">
          <ac:chgData name="Mr.Muhammad Zulfiqar Ali" userId="c4b4daea-c3cd-4a1b-ae38-2a74107589dc" providerId="ADAL" clId="{A9F5C888-ABDA-455C-84E1-07472B9E0CDE}" dt="2023-02-25T04:29:34.183" v="1682" actId="1076"/>
          <ac:spMkLst>
            <pc:docMk/>
            <pc:sldMk cId="3610704368" sldId="258"/>
            <ac:spMk id="21" creationId="{EE914698-06E9-54F9-A1BF-2C7E58B58194}"/>
          </ac:spMkLst>
        </pc:spChg>
        <pc:spChg chg="add del">
          <ac:chgData name="Mr.Muhammad Zulfiqar Ali" userId="c4b4daea-c3cd-4a1b-ae38-2a74107589dc" providerId="ADAL" clId="{A9F5C888-ABDA-455C-84E1-07472B9E0CDE}" dt="2023-02-25T04:03:52.189" v="690" actId="26606"/>
          <ac:spMkLst>
            <pc:docMk/>
            <pc:sldMk cId="3610704368" sldId="258"/>
            <ac:spMk id="22" creationId="{7DE3414B-B032-4710-A468-D3285E38C5FF}"/>
          </ac:spMkLst>
        </pc:spChg>
        <pc:spChg chg="add">
          <ac:chgData name="Mr.Muhammad Zulfiqar Ali" userId="c4b4daea-c3cd-4a1b-ae38-2a74107589dc" providerId="ADAL" clId="{A9F5C888-ABDA-455C-84E1-07472B9E0CDE}" dt="2023-02-25T04:03:52.189" v="690" actId="26606"/>
          <ac:spMkLst>
            <pc:docMk/>
            <pc:sldMk cId="3610704368" sldId="258"/>
            <ac:spMk id="28" creationId="{F7E42047-F7E7-4687-BBE0-D4BDC8E77BB1}"/>
          </ac:spMkLst>
        </pc:spChg>
        <pc:spChg chg="add">
          <ac:chgData name="Mr.Muhammad Zulfiqar Ali" userId="c4b4daea-c3cd-4a1b-ae38-2a74107589dc" providerId="ADAL" clId="{A9F5C888-ABDA-455C-84E1-07472B9E0CDE}" dt="2023-02-25T04:03:52.189" v="690" actId="26606"/>
          <ac:spMkLst>
            <pc:docMk/>
            <pc:sldMk cId="3610704368" sldId="258"/>
            <ac:spMk id="58" creationId="{2C509E7A-337A-4664-BEC2-03F9BCA0A463}"/>
          </ac:spMkLst>
        </pc:spChg>
        <pc:spChg chg="add">
          <ac:chgData name="Mr.Muhammad Zulfiqar Ali" userId="c4b4daea-c3cd-4a1b-ae38-2a74107589dc" providerId="ADAL" clId="{A9F5C888-ABDA-455C-84E1-07472B9E0CDE}" dt="2023-02-25T04:03:52.189" v="690" actId="26606"/>
          <ac:spMkLst>
            <pc:docMk/>
            <pc:sldMk cId="3610704368" sldId="258"/>
            <ac:spMk id="60" creationId="{D9AB99AB-E300-4B19-97C3-9A12EA3C7BDA}"/>
          </ac:spMkLst>
        </pc:spChg>
        <pc:grpChg chg="add">
          <ac:chgData name="Mr.Muhammad Zulfiqar Ali" userId="c4b4daea-c3cd-4a1b-ae38-2a74107589dc" providerId="ADAL" clId="{A9F5C888-ABDA-455C-84E1-07472B9E0CDE}" dt="2023-02-25T04:03:52.189" v="690" actId="26606"/>
          <ac:grpSpMkLst>
            <pc:docMk/>
            <pc:sldMk cId="3610704368" sldId="258"/>
            <ac:grpSpMk id="30" creationId="{8D6F839A-C8D9-4FBC-8EFD-9E56D12F4CD0}"/>
          </ac:grpSpMkLst>
        </pc:grpChg>
        <pc:grpChg chg="add">
          <ac:chgData name="Mr.Muhammad Zulfiqar Ali" userId="c4b4daea-c3cd-4a1b-ae38-2a74107589dc" providerId="ADAL" clId="{A9F5C888-ABDA-455C-84E1-07472B9E0CDE}" dt="2023-02-25T04:03:52.189" v="690" actId="26606"/>
          <ac:grpSpMkLst>
            <pc:docMk/>
            <pc:sldMk cId="3610704368" sldId="258"/>
            <ac:grpSpMk id="44" creationId="{70EDA856-A216-4EEC-9AB6-A59FFC703612}"/>
          </ac:grpSpMkLst>
        </pc:grpChg>
        <pc:picChg chg="add del">
          <ac:chgData name="Mr.Muhammad Zulfiqar Ali" userId="c4b4daea-c3cd-4a1b-ae38-2a74107589dc" providerId="ADAL" clId="{A9F5C888-ABDA-455C-84E1-07472B9E0CDE}" dt="2023-02-25T04:02:58.690" v="683" actId="26606"/>
          <ac:picMkLst>
            <pc:docMk/>
            <pc:sldMk cId="3610704368" sldId="258"/>
            <ac:picMk id="6" creationId="{00000000-0000-0000-0000-000000000000}"/>
          </ac:picMkLst>
        </pc:picChg>
        <pc:picChg chg="add del mod replId">
          <ac:chgData name="Mr.Muhammad Zulfiqar Ali" userId="c4b4daea-c3cd-4a1b-ae38-2a74107589dc" providerId="ADAL" clId="{A9F5C888-ABDA-455C-84E1-07472B9E0CDE}" dt="2023-02-25T04:03:03.516" v="688" actId="26606"/>
          <ac:picMkLst>
            <pc:docMk/>
            <pc:sldMk cId="3610704368" sldId="258"/>
            <ac:picMk id="23" creationId="{00000000-0000-0000-0000-000000000000}"/>
          </ac:picMkLst>
        </pc:picChg>
        <pc:picChg chg="add">
          <ac:chgData name="Mr.Muhammad Zulfiqar Ali" userId="c4b4daea-c3cd-4a1b-ae38-2a74107589dc" providerId="ADAL" clId="{A9F5C888-ABDA-455C-84E1-07472B9E0CDE}" dt="2023-02-25T04:03:52.189" v="690" actId="26606"/>
          <ac:picMkLst>
            <pc:docMk/>
            <pc:sldMk cId="3610704368" sldId="258"/>
            <ac:picMk id="24" creationId="{0CDB34CE-1588-0FA1-928D-17A1EE867243}"/>
          </ac:picMkLst>
        </pc:picChg>
      </pc:sldChg>
      <pc:sldChg chg="addSp modSp mod">
        <pc:chgData name="Mr.Muhammad Zulfiqar Ali" userId="c4b4daea-c3cd-4a1b-ae38-2a74107589dc" providerId="ADAL" clId="{A9F5C888-ABDA-455C-84E1-07472B9E0CDE}" dt="2023-02-25T05:19:34.761" v="3443" actId="14100"/>
        <pc:sldMkLst>
          <pc:docMk/>
          <pc:sldMk cId="1630514173" sldId="259"/>
        </pc:sldMkLst>
        <pc:spChg chg="mod">
          <ac:chgData name="Mr.Muhammad Zulfiqar Ali" userId="c4b4daea-c3cd-4a1b-ae38-2a74107589dc" providerId="ADAL" clId="{A9F5C888-ABDA-455C-84E1-07472B9E0CDE}" dt="2023-02-25T05:12:11.601" v="3433" actId="20577"/>
          <ac:spMkLst>
            <pc:docMk/>
            <pc:sldMk cId="1630514173" sldId="259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5:19:34.761" v="3443" actId="14100"/>
          <ac:spMkLst>
            <pc:docMk/>
            <pc:sldMk cId="1630514173" sldId="259"/>
            <ac:spMk id="3" creationId="{00000000-0000-0000-0000-000000000000}"/>
          </ac:spMkLst>
        </pc:spChg>
        <pc:picChg chg="add mod">
          <ac:chgData name="Mr.Muhammad Zulfiqar Ali" userId="c4b4daea-c3cd-4a1b-ae38-2a74107589dc" providerId="ADAL" clId="{A9F5C888-ABDA-455C-84E1-07472B9E0CDE}" dt="2023-02-25T05:16:15.592" v="3437" actId="14100"/>
          <ac:picMkLst>
            <pc:docMk/>
            <pc:sldMk cId="1630514173" sldId="259"/>
            <ac:picMk id="1026" creationId="{24B170F4-A81F-EC5B-A05C-B33569F8536B}"/>
          </ac:picMkLst>
        </pc:picChg>
      </pc:sldChg>
      <pc:sldChg chg="modSp mod modAnim">
        <pc:chgData name="Mr.Muhammad Zulfiqar Ali" userId="c4b4daea-c3cd-4a1b-ae38-2a74107589dc" providerId="ADAL" clId="{A9F5C888-ABDA-455C-84E1-07472B9E0CDE}" dt="2023-02-25T06:16:19.609" v="3766" actId="20577"/>
        <pc:sldMkLst>
          <pc:docMk/>
          <pc:sldMk cId="302147082" sldId="261"/>
        </pc:sldMkLst>
        <pc:spChg chg="mod">
          <ac:chgData name="Mr.Muhammad Zulfiqar Ali" userId="c4b4daea-c3cd-4a1b-ae38-2a74107589dc" providerId="ADAL" clId="{A9F5C888-ABDA-455C-84E1-07472B9E0CDE}" dt="2023-02-22T11:57:11.252" v="162" actId="20577"/>
          <ac:spMkLst>
            <pc:docMk/>
            <pc:sldMk cId="302147082" sldId="261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6:16:19.609" v="3766" actId="20577"/>
          <ac:spMkLst>
            <pc:docMk/>
            <pc:sldMk cId="302147082" sldId="261"/>
            <ac:spMk id="3" creationId="{00000000-0000-0000-0000-000000000000}"/>
          </ac:spMkLst>
        </pc:spChg>
      </pc:sldChg>
      <pc:sldChg chg="modSp mod modAnim">
        <pc:chgData name="Mr.Muhammad Zulfiqar Ali" userId="c4b4daea-c3cd-4a1b-ae38-2a74107589dc" providerId="ADAL" clId="{A9F5C888-ABDA-455C-84E1-07472B9E0CDE}" dt="2023-02-25T05:21:29.818" v="3504" actId="114"/>
        <pc:sldMkLst>
          <pc:docMk/>
          <pc:sldMk cId="796347656" sldId="263"/>
        </pc:sldMkLst>
        <pc:spChg chg="mod">
          <ac:chgData name="Mr.Muhammad Zulfiqar Ali" userId="c4b4daea-c3cd-4a1b-ae38-2a74107589dc" providerId="ADAL" clId="{A9F5C888-ABDA-455C-84E1-07472B9E0CDE}" dt="2023-02-25T05:20:29.742" v="3449" actId="20577"/>
          <ac:spMkLst>
            <pc:docMk/>
            <pc:sldMk cId="796347656" sldId="263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5:21:29.818" v="3504" actId="114"/>
          <ac:spMkLst>
            <pc:docMk/>
            <pc:sldMk cId="796347656" sldId="263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A9F5C888-ABDA-455C-84E1-07472B9E0CDE}" dt="2023-02-25T05:21:39.951" v="3506" actId="20577"/>
        <pc:sldMkLst>
          <pc:docMk/>
          <pc:sldMk cId="3692431264" sldId="264"/>
        </pc:sldMkLst>
        <pc:spChg chg="mod">
          <ac:chgData name="Mr.Muhammad Zulfiqar Ali" userId="c4b4daea-c3cd-4a1b-ae38-2a74107589dc" providerId="ADAL" clId="{A9F5C888-ABDA-455C-84E1-07472B9E0CDE}" dt="2023-02-25T05:21:39.951" v="3506" actId="20577"/>
          <ac:spMkLst>
            <pc:docMk/>
            <pc:sldMk cId="3692431264" sldId="264"/>
            <ac:spMk id="2" creationId="{00000000-0000-0000-0000-000000000000}"/>
          </ac:spMkLst>
        </pc:spChg>
      </pc:sldChg>
      <pc:sldChg chg="modSp mod modAnim">
        <pc:chgData name="Mr.Muhammad Zulfiqar Ali" userId="c4b4daea-c3cd-4a1b-ae38-2a74107589dc" providerId="ADAL" clId="{A9F5C888-ABDA-455C-84E1-07472B9E0CDE}" dt="2023-02-25T05:24:03.734" v="3554" actId="20577"/>
        <pc:sldMkLst>
          <pc:docMk/>
          <pc:sldMk cId="822158413" sldId="266"/>
        </pc:sldMkLst>
        <pc:spChg chg="mod">
          <ac:chgData name="Mr.Muhammad Zulfiqar Ali" userId="c4b4daea-c3cd-4a1b-ae38-2a74107589dc" providerId="ADAL" clId="{A9F5C888-ABDA-455C-84E1-07472B9E0CDE}" dt="2023-02-25T05:22:52.208" v="3514" actId="20577"/>
          <ac:spMkLst>
            <pc:docMk/>
            <pc:sldMk cId="822158413" sldId="26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5:24:03.734" v="3554" actId="20577"/>
          <ac:spMkLst>
            <pc:docMk/>
            <pc:sldMk cId="822158413" sldId="266"/>
            <ac:spMk id="3" creationId="{00000000-0000-0000-0000-000000000000}"/>
          </ac:spMkLst>
        </pc:spChg>
      </pc:sldChg>
      <pc:sldChg chg="modSp mod modAnim">
        <pc:chgData name="Mr.Muhammad Zulfiqar Ali" userId="c4b4daea-c3cd-4a1b-ae38-2a74107589dc" providerId="ADAL" clId="{A9F5C888-ABDA-455C-84E1-07472B9E0CDE}" dt="2023-02-25T05:25:58.602" v="3574" actId="20577"/>
        <pc:sldMkLst>
          <pc:docMk/>
          <pc:sldMk cId="2472480884" sldId="267"/>
        </pc:sldMkLst>
        <pc:spChg chg="mod">
          <ac:chgData name="Mr.Muhammad Zulfiqar Ali" userId="c4b4daea-c3cd-4a1b-ae38-2a74107589dc" providerId="ADAL" clId="{A9F5C888-ABDA-455C-84E1-07472B9E0CDE}" dt="2023-02-25T05:24:33.120" v="3556" actId="20577"/>
          <ac:spMkLst>
            <pc:docMk/>
            <pc:sldMk cId="2472480884" sldId="267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5:25:58.602" v="3574" actId="20577"/>
          <ac:spMkLst>
            <pc:docMk/>
            <pc:sldMk cId="2472480884" sldId="267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A9F5C888-ABDA-455C-84E1-07472B9E0CDE}" dt="2023-02-25T03:59:49.709" v="675" actId="14100"/>
        <pc:sldMkLst>
          <pc:docMk/>
          <pc:sldMk cId="2682811426" sldId="268"/>
        </pc:sldMkLst>
        <pc:spChg chg="mod">
          <ac:chgData name="Mr.Muhammad Zulfiqar Ali" userId="c4b4daea-c3cd-4a1b-ae38-2a74107589dc" providerId="ADAL" clId="{A9F5C888-ABDA-455C-84E1-07472B9E0CDE}" dt="2023-02-22T12:07:48.112" v="525" actId="20577"/>
          <ac:spMkLst>
            <pc:docMk/>
            <pc:sldMk cId="2682811426" sldId="268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3:59:49.709" v="675" actId="14100"/>
          <ac:spMkLst>
            <pc:docMk/>
            <pc:sldMk cId="2682811426" sldId="268"/>
            <ac:spMk id="3" creationId="{00000000-0000-0000-0000-000000000000}"/>
          </ac:spMkLst>
        </pc:spChg>
        <pc:picChg chg="mod">
          <ac:chgData name="Mr.Muhammad Zulfiqar Ali" userId="c4b4daea-c3cd-4a1b-ae38-2a74107589dc" providerId="ADAL" clId="{A9F5C888-ABDA-455C-84E1-07472B9E0CDE}" dt="2023-02-25T03:58:09.606" v="581" actId="1036"/>
          <ac:picMkLst>
            <pc:docMk/>
            <pc:sldMk cId="2682811426" sldId="268"/>
            <ac:picMk id="4" creationId="{00000000-0000-0000-0000-000000000000}"/>
          </ac:picMkLst>
        </pc:picChg>
      </pc:sldChg>
      <pc:sldChg chg="modSp mod">
        <pc:chgData name="Mr.Muhammad Zulfiqar Ali" userId="c4b4daea-c3cd-4a1b-ae38-2a74107589dc" providerId="ADAL" clId="{A9F5C888-ABDA-455C-84E1-07472B9E0CDE}" dt="2023-02-25T05:26:48.575" v="3612" actId="20577"/>
        <pc:sldMkLst>
          <pc:docMk/>
          <pc:sldMk cId="3916226111" sldId="269"/>
        </pc:sldMkLst>
        <pc:spChg chg="mod">
          <ac:chgData name="Mr.Muhammad Zulfiqar Ali" userId="c4b4daea-c3cd-4a1b-ae38-2a74107589dc" providerId="ADAL" clId="{A9F5C888-ABDA-455C-84E1-07472B9E0CDE}" dt="2023-02-25T05:26:08.775" v="3576" actId="20577"/>
          <ac:spMkLst>
            <pc:docMk/>
            <pc:sldMk cId="3916226111" sldId="269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A9F5C888-ABDA-455C-84E1-07472B9E0CDE}" dt="2023-02-25T05:26:48.575" v="3612" actId="20577"/>
          <ac:spMkLst>
            <pc:docMk/>
            <pc:sldMk cId="3916226111" sldId="269"/>
            <ac:spMk id="3" creationId="{00000000-0000-0000-0000-000000000000}"/>
          </ac:spMkLst>
        </pc:spChg>
      </pc:sldChg>
      <pc:sldChg chg="addSp modSp mod modAnim">
        <pc:chgData name="Mr.Muhammad Zulfiqar Ali" userId="c4b4daea-c3cd-4a1b-ae38-2a74107589dc" providerId="ADAL" clId="{A9F5C888-ABDA-455C-84E1-07472B9E0CDE}" dt="2023-02-25T05:32:24.300" v="3641" actId="14100"/>
        <pc:sldMkLst>
          <pc:docMk/>
          <pc:sldMk cId="442349219" sldId="270"/>
        </pc:sldMkLst>
        <pc:spChg chg="mod">
          <ac:chgData name="Mr.Muhammad Zulfiqar Ali" userId="c4b4daea-c3cd-4a1b-ae38-2a74107589dc" providerId="ADAL" clId="{A9F5C888-ABDA-455C-84E1-07472B9E0CDE}" dt="2023-02-25T05:27:05.534" v="3614" actId="20577"/>
          <ac:spMkLst>
            <pc:docMk/>
            <pc:sldMk cId="442349219" sldId="270"/>
            <ac:spMk id="2" creationId="{00000000-0000-0000-0000-000000000000}"/>
          </ac:spMkLst>
        </pc:spChg>
        <pc:picChg chg="add mod">
          <ac:chgData name="Mr.Muhammad Zulfiqar Ali" userId="c4b4daea-c3cd-4a1b-ae38-2a74107589dc" providerId="ADAL" clId="{A9F5C888-ABDA-455C-84E1-07472B9E0CDE}" dt="2023-02-25T05:32:24.300" v="3641" actId="14100"/>
          <ac:picMkLst>
            <pc:docMk/>
            <pc:sldMk cId="442349219" sldId="270"/>
            <ac:picMk id="2050" creationId="{C8F76A9F-8614-732C-00D1-44B256ADB44B}"/>
          </ac:picMkLst>
        </pc:picChg>
      </pc:sldChg>
      <pc:sldChg chg="modSp mod">
        <pc:chgData name="Mr.Muhammad Zulfiqar Ali" userId="c4b4daea-c3cd-4a1b-ae38-2a74107589dc" providerId="ADAL" clId="{A9F5C888-ABDA-455C-84E1-07472B9E0CDE}" dt="2023-02-25T05:22:21.643" v="3508" actId="20577"/>
        <pc:sldMkLst>
          <pc:docMk/>
          <pc:sldMk cId="3998438593" sldId="271"/>
        </pc:sldMkLst>
        <pc:spChg chg="mod">
          <ac:chgData name="Mr.Muhammad Zulfiqar Ali" userId="c4b4daea-c3cd-4a1b-ae38-2a74107589dc" providerId="ADAL" clId="{A9F5C888-ABDA-455C-84E1-07472B9E0CDE}" dt="2023-02-25T05:22:21.643" v="3508" actId="20577"/>
          <ac:spMkLst>
            <pc:docMk/>
            <pc:sldMk cId="3998438593" sldId="271"/>
            <ac:spMk id="2" creationId="{00000000-0000-0000-0000-000000000000}"/>
          </ac:spMkLst>
        </pc:spChg>
      </pc:sldChg>
      <pc:sldChg chg="modSp mod">
        <pc:chgData name="Mr.Muhammad Zulfiqar Ali" userId="c4b4daea-c3cd-4a1b-ae38-2a74107589dc" providerId="ADAL" clId="{A9F5C888-ABDA-455C-84E1-07472B9E0CDE}" dt="2023-02-25T05:22:29.375" v="3510" actId="20577"/>
        <pc:sldMkLst>
          <pc:docMk/>
          <pc:sldMk cId="3449646867" sldId="272"/>
        </pc:sldMkLst>
        <pc:spChg chg="mod">
          <ac:chgData name="Mr.Muhammad Zulfiqar Ali" userId="c4b4daea-c3cd-4a1b-ae38-2a74107589dc" providerId="ADAL" clId="{A9F5C888-ABDA-455C-84E1-07472B9E0CDE}" dt="2023-02-25T05:22:29.375" v="3510" actId="20577"/>
          <ac:spMkLst>
            <pc:docMk/>
            <pc:sldMk cId="3449646867" sldId="272"/>
            <ac:spMk id="2" creationId="{00000000-0000-0000-0000-000000000000}"/>
          </ac:spMkLst>
        </pc:spChg>
      </pc:sldChg>
      <pc:sldChg chg="modSp mod">
        <pc:chgData name="Mr.Muhammad Zulfiqar Ali" userId="c4b4daea-c3cd-4a1b-ae38-2a74107589dc" providerId="ADAL" clId="{A9F5C888-ABDA-455C-84E1-07472B9E0CDE}" dt="2023-02-25T05:22:43.099" v="3512" actId="20577"/>
        <pc:sldMkLst>
          <pc:docMk/>
          <pc:sldMk cId="2429935645" sldId="273"/>
        </pc:sldMkLst>
        <pc:spChg chg="mod">
          <ac:chgData name="Mr.Muhammad Zulfiqar Ali" userId="c4b4daea-c3cd-4a1b-ae38-2a74107589dc" providerId="ADAL" clId="{A9F5C888-ABDA-455C-84E1-07472B9E0CDE}" dt="2023-02-25T05:22:43.099" v="3512" actId="20577"/>
          <ac:spMkLst>
            <pc:docMk/>
            <pc:sldMk cId="2429935645" sldId="273"/>
            <ac:spMk id="2" creationId="{00000000-0000-0000-0000-000000000000}"/>
          </ac:spMkLst>
        </pc:spChg>
      </pc:sldChg>
      <pc:sldChg chg="modSp new mod modAnim">
        <pc:chgData name="Mr.Muhammad Zulfiqar Ali" userId="c4b4daea-c3cd-4a1b-ae38-2a74107589dc" providerId="ADAL" clId="{A9F5C888-ABDA-455C-84E1-07472B9E0CDE}" dt="2023-02-25T04:43:37.450" v="2519"/>
        <pc:sldMkLst>
          <pc:docMk/>
          <pc:sldMk cId="3299873856" sldId="274"/>
        </pc:sldMkLst>
        <pc:spChg chg="mod">
          <ac:chgData name="Mr.Muhammad Zulfiqar Ali" userId="c4b4daea-c3cd-4a1b-ae38-2a74107589dc" providerId="ADAL" clId="{A9F5C888-ABDA-455C-84E1-07472B9E0CDE}" dt="2023-02-25T04:43:00.938" v="2505" actId="1076"/>
          <ac:spMkLst>
            <pc:docMk/>
            <pc:sldMk cId="3299873856" sldId="274"/>
            <ac:spMk id="2" creationId="{A3635DCB-41E9-593C-54FA-DF164CEDFB87}"/>
          </ac:spMkLst>
        </pc:spChg>
        <pc:spChg chg="mod">
          <ac:chgData name="Mr.Muhammad Zulfiqar Ali" userId="c4b4daea-c3cd-4a1b-ae38-2a74107589dc" providerId="ADAL" clId="{A9F5C888-ABDA-455C-84E1-07472B9E0CDE}" dt="2023-02-25T04:43:10.635" v="2517" actId="1035"/>
          <ac:spMkLst>
            <pc:docMk/>
            <pc:sldMk cId="3299873856" sldId="274"/>
            <ac:spMk id="3" creationId="{76E15057-9F72-FBE5-6173-95510B07B42F}"/>
          </ac:spMkLst>
        </pc:spChg>
      </pc:sldChg>
      <pc:sldChg chg="addSp delSp modSp new mod">
        <pc:chgData name="Mr.Muhammad Zulfiqar Ali" userId="c4b4daea-c3cd-4a1b-ae38-2a74107589dc" providerId="ADAL" clId="{A9F5C888-ABDA-455C-84E1-07472B9E0CDE}" dt="2023-02-25T05:10:21.509" v="3369" actId="1035"/>
        <pc:sldMkLst>
          <pc:docMk/>
          <pc:sldMk cId="964898829" sldId="275"/>
        </pc:sldMkLst>
        <pc:spChg chg="mod">
          <ac:chgData name="Mr.Muhammad Zulfiqar Ali" userId="c4b4daea-c3cd-4a1b-ae38-2a74107589dc" providerId="ADAL" clId="{A9F5C888-ABDA-455C-84E1-07472B9E0CDE}" dt="2023-02-25T04:49:00.681" v="2573" actId="1076"/>
          <ac:spMkLst>
            <pc:docMk/>
            <pc:sldMk cId="964898829" sldId="275"/>
            <ac:spMk id="2" creationId="{04B02206-AF27-6D2A-0624-C6A79C4233B4}"/>
          </ac:spMkLst>
        </pc:spChg>
        <pc:spChg chg="del mod">
          <ac:chgData name="Mr.Muhammad Zulfiqar Ali" userId="c4b4daea-c3cd-4a1b-ae38-2a74107589dc" providerId="ADAL" clId="{A9F5C888-ABDA-455C-84E1-07472B9E0CDE}" dt="2023-02-25T04:49:46.566" v="2576" actId="3680"/>
          <ac:spMkLst>
            <pc:docMk/>
            <pc:sldMk cId="964898829" sldId="275"/>
            <ac:spMk id="3" creationId="{0FE1D68E-DEAC-51BE-C0A9-F0A251A1974A}"/>
          </ac:spMkLst>
        </pc:spChg>
        <pc:spChg chg="add del mod">
          <ac:chgData name="Mr.Muhammad Zulfiqar Ali" userId="c4b4daea-c3cd-4a1b-ae38-2a74107589dc" providerId="ADAL" clId="{A9F5C888-ABDA-455C-84E1-07472B9E0CDE}" dt="2023-02-25T05:10:21.509" v="3369" actId="1035"/>
          <ac:spMkLst>
            <pc:docMk/>
            <pc:sldMk cId="964898829" sldId="275"/>
            <ac:spMk id="5" creationId="{FA39C9A8-CFB3-FD4D-C3BF-A6B525D0D128}"/>
          </ac:spMkLst>
        </pc:spChg>
        <pc:graphicFrameChg chg="add mod ord modGraphic">
          <ac:chgData name="Mr.Muhammad Zulfiqar Ali" userId="c4b4daea-c3cd-4a1b-ae38-2a74107589dc" providerId="ADAL" clId="{A9F5C888-ABDA-455C-84E1-07472B9E0CDE}" dt="2023-02-25T05:06:58.449" v="3168" actId="1076"/>
          <ac:graphicFrameMkLst>
            <pc:docMk/>
            <pc:sldMk cId="964898829" sldId="275"/>
            <ac:graphicFrameMk id="4" creationId="{809B4A12-BD0B-1908-90CC-EAC0BB0019F5}"/>
          </ac:graphicFrameMkLst>
        </pc:graphicFrameChg>
      </pc:sldChg>
      <pc:sldChg chg="modSp new mod modAnim">
        <pc:chgData name="Mr.Muhammad Zulfiqar Ali" userId="c4b4daea-c3cd-4a1b-ae38-2a74107589dc" providerId="ADAL" clId="{A9F5C888-ABDA-455C-84E1-07472B9E0CDE}" dt="2023-02-25T18:07:42.295" v="5087" actId="1076"/>
        <pc:sldMkLst>
          <pc:docMk/>
          <pc:sldMk cId="2755594859" sldId="276"/>
        </pc:sldMkLst>
        <pc:spChg chg="mod">
          <ac:chgData name="Mr.Muhammad Zulfiqar Ali" userId="c4b4daea-c3cd-4a1b-ae38-2a74107589dc" providerId="ADAL" clId="{A9F5C888-ABDA-455C-84E1-07472B9E0CDE}" dt="2023-02-25T18:07:34.506" v="5086" actId="1076"/>
          <ac:spMkLst>
            <pc:docMk/>
            <pc:sldMk cId="2755594859" sldId="276"/>
            <ac:spMk id="2" creationId="{C0D7FE60-C005-6DEE-D4E9-76C2893692F4}"/>
          </ac:spMkLst>
        </pc:spChg>
        <pc:spChg chg="mod">
          <ac:chgData name="Mr.Muhammad Zulfiqar Ali" userId="c4b4daea-c3cd-4a1b-ae38-2a74107589dc" providerId="ADAL" clId="{A9F5C888-ABDA-455C-84E1-07472B9E0CDE}" dt="2023-02-25T18:07:42.295" v="5087" actId="1076"/>
          <ac:spMkLst>
            <pc:docMk/>
            <pc:sldMk cId="2755594859" sldId="276"/>
            <ac:spMk id="3" creationId="{41A9F260-118A-441F-8BA8-00158B3E2706}"/>
          </ac:spMkLst>
        </pc:spChg>
      </pc:sldChg>
      <pc:sldChg chg="addSp modSp new mod">
        <pc:chgData name="Mr.Muhammad Zulfiqar Ali" userId="c4b4daea-c3cd-4a1b-ae38-2a74107589dc" providerId="ADAL" clId="{A9F5C888-ABDA-455C-84E1-07472B9E0CDE}" dt="2023-02-25T18:50:26.829" v="7092" actId="20577"/>
        <pc:sldMkLst>
          <pc:docMk/>
          <pc:sldMk cId="2045825012" sldId="277"/>
        </pc:sldMkLst>
        <pc:spChg chg="mod">
          <ac:chgData name="Mr.Muhammad Zulfiqar Ali" userId="c4b4daea-c3cd-4a1b-ae38-2a74107589dc" providerId="ADAL" clId="{A9F5C888-ABDA-455C-84E1-07472B9E0CDE}" dt="2023-02-25T18:46:23.460" v="6842" actId="27636"/>
          <ac:spMkLst>
            <pc:docMk/>
            <pc:sldMk cId="2045825012" sldId="277"/>
            <ac:spMk id="2" creationId="{A54F2FE5-EFB2-07ED-FD7F-F247BDF06D10}"/>
          </ac:spMkLst>
        </pc:spChg>
        <pc:spChg chg="mod">
          <ac:chgData name="Mr.Muhammad Zulfiqar Ali" userId="c4b4daea-c3cd-4a1b-ae38-2a74107589dc" providerId="ADAL" clId="{A9F5C888-ABDA-455C-84E1-07472B9E0CDE}" dt="2023-02-25T18:48:52.864" v="7028" actId="20577"/>
          <ac:spMkLst>
            <pc:docMk/>
            <pc:sldMk cId="2045825012" sldId="277"/>
            <ac:spMk id="3" creationId="{8E6A73CF-3026-884B-EF92-591CEEBFA016}"/>
          </ac:spMkLst>
        </pc:spChg>
        <pc:spChg chg="add mod">
          <ac:chgData name="Mr.Muhammad Zulfiqar Ali" userId="c4b4daea-c3cd-4a1b-ae38-2a74107589dc" providerId="ADAL" clId="{A9F5C888-ABDA-455C-84E1-07472B9E0CDE}" dt="2023-02-25T18:49:01.906" v="7038" actId="1036"/>
          <ac:spMkLst>
            <pc:docMk/>
            <pc:sldMk cId="2045825012" sldId="277"/>
            <ac:spMk id="4" creationId="{A7676ECF-C7B8-EBE8-D3DE-6C2ACDF0ED90}"/>
          </ac:spMkLst>
        </pc:spChg>
        <pc:spChg chg="add mod">
          <ac:chgData name="Mr.Muhammad Zulfiqar Ali" userId="c4b4daea-c3cd-4a1b-ae38-2a74107589dc" providerId="ADAL" clId="{A9F5C888-ABDA-455C-84E1-07472B9E0CDE}" dt="2023-02-25T18:50:26.829" v="7092" actId="20577"/>
          <ac:spMkLst>
            <pc:docMk/>
            <pc:sldMk cId="2045825012" sldId="277"/>
            <ac:spMk id="5" creationId="{4A8476C1-2717-4E98-34F3-1A6009096FDB}"/>
          </ac:spMkLst>
        </pc:spChg>
      </pc:sldChg>
      <pc:sldChg chg="modSp new mod">
        <pc:chgData name="Mr.Muhammad Zulfiqar Ali" userId="c4b4daea-c3cd-4a1b-ae38-2a74107589dc" providerId="ADAL" clId="{A9F5C888-ABDA-455C-84E1-07472B9E0CDE}" dt="2023-02-25T18:45:47.376" v="6840" actId="6549"/>
        <pc:sldMkLst>
          <pc:docMk/>
          <pc:sldMk cId="65375948" sldId="278"/>
        </pc:sldMkLst>
        <pc:spChg chg="mod">
          <ac:chgData name="Mr.Muhammad Zulfiqar Ali" userId="c4b4daea-c3cd-4a1b-ae38-2a74107589dc" providerId="ADAL" clId="{A9F5C888-ABDA-455C-84E1-07472B9E0CDE}" dt="2023-02-25T18:45:03.514" v="6804" actId="27636"/>
          <ac:spMkLst>
            <pc:docMk/>
            <pc:sldMk cId="65375948" sldId="278"/>
            <ac:spMk id="2" creationId="{DA9B1022-6DBD-A1D4-960F-6251B229D256}"/>
          </ac:spMkLst>
        </pc:spChg>
        <pc:spChg chg="mod">
          <ac:chgData name="Mr.Muhammad Zulfiqar Ali" userId="c4b4daea-c3cd-4a1b-ae38-2a74107589dc" providerId="ADAL" clId="{A9F5C888-ABDA-455C-84E1-07472B9E0CDE}" dt="2023-02-25T18:45:47.376" v="6840" actId="6549"/>
          <ac:spMkLst>
            <pc:docMk/>
            <pc:sldMk cId="65375948" sldId="278"/>
            <ac:spMk id="3" creationId="{84C3B1CD-03DB-667E-94DA-33E2F87D80A1}"/>
          </ac:spMkLst>
        </pc:spChg>
      </pc:sldChg>
      <pc:sldChg chg="modSp add mod modAnim">
        <pc:chgData name="Mr.Muhammad Zulfiqar Ali" userId="c4b4daea-c3cd-4a1b-ae38-2a74107589dc" providerId="ADAL" clId="{A9F5C888-ABDA-455C-84E1-07472B9E0CDE}" dt="2023-02-25T18:51:08.101" v="7120" actId="1036"/>
        <pc:sldMkLst>
          <pc:docMk/>
          <pc:sldMk cId="1803173060" sldId="279"/>
        </pc:sldMkLst>
        <pc:spChg chg="mod">
          <ac:chgData name="Mr.Muhammad Zulfiqar Ali" userId="c4b4daea-c3cd-4a1b-ae38-2a74107589dc" providerId="ADAL" clId="{A9F5C888-ABDA-455C-84E1-07472B9E0CDE}" dt="2023-02-25T18:51:08.101" v="7120" actId="1036"/>
          <ac:spMkLst>
            <pc:docMk/>
            <pc:sldMk cId="1803173060" sldId="279"/>
            <ac:spMk id="2" creationId="{C0D7FE60-C005-6DEE-D4E9-76C2893692F4}"/>
          </ac:spMkLst>
        </pc:spChg>
        <pc:spChg chg="mod">
          <ac:chgData name="Mr.Muhammad Zulfiqar Ali" userId="c4b4daea-c3cd-4a1b-ae38-2a74107589dc" providerId="ADAL" clId="{A9F5C888-ABDA-455C-84E1-07472B9E0CDE}" dt="2023-02-25T18:51:02.706" v="7110" actId="1035"/>
          <ac:spMkLst>
            <pc:docMk/>
            <pc:sldMk cId="1803173060" sldId="279"/>
            <ac:spMk id="3" creationId="{41A9F260-118A-441F-8BA8-00158B3E2706}"/>
          </ac:spMkLst>
        </pc:spChg>
      </pc:sldChg>
    </pc:docChg>
  </pc:docChgLst>
  <pc:docChgLst>
    <pc:chgData name="Mr.Muhammad Zulfiqar Ali" userId="c4b4daea-c3cd-4a1b-ae38-2a74107589dc" providerId="ADAL" clId="{1C306FE1-0A05-475B-9984-547871C9DF61}"/>
    <pc:docChg chg="undo custSel addSld delSld modSld modSection">
      <pc:chgData name="Mr.Muhammad Zulfiqar Ali" userId="c4b4daea-c3cd-4a1b-ae38-2a74107589dc" providerId="ADAL" clId="{1C306FE1-0A05-475B-9984-547871C9DF61}" dt="2023-03-07T14:01:43.135" v="14228" actId="20577"/>
      <pc:docMkLst>
        <pc:docMk/>
      </pc:docMkLst>
      <pc:sldChg chg="modSp">
        <pc:chgData name="Mr.Muhammad Zulfiqar Ali" userId="c4b4daea-c3cd-4a1b-ae38-2a74107589dc" providerId="ADAL" clId="{1C306FE1-0A05-475B-9984-547871C9DF61}" dt="2023-03-07T09:50:47.688" v="1083" actId="20577"/>
        <pc:sldMkLst>
          <pc:docMk/>
          <pc:sldMk cId="302147082" sldId="261"/>
        </pc:sldMkLst>
        <pc:spChg chg="mod">
          <ac:chgData name="Mr.Muhammad Zulfiqar Ali" userId="c4b4daea-c3cd-4a1b-ae38-2a74107589dc" providerId="ADAL" clId="{1C306FE1-0A05-475B-9984-547871C9DF61}" dt="2023-03-07T09:50:47.688" v="1083" actId="20577"/>
          <ac:spMkLst>
            <pc:docMk/>
            <pc:sldMk cId="302147082" sldId="261"/>
            <ac:spMk id="3" creationId="{00000000-0000-0000-0000-000000000000}"/>
          </ac:spMkLst>
        </pc:spChg>
      </pc:sldChg>
      <pc:sldChg chg="add del">
        <pc:chgData name="Mr.Muhammad Zulfiqar Ali" userId="c4b4daea-c3cd-4a1b-ae38-2a74107589dc" providerId="ADAL" clId="{1C306FE1-0A05-475B-9984-547871C9DF61}" dt="2023-03-07T10:46:08.739" v="5061" actId="47"/>
        <pc:sldMkLst>
          <pc:docMk/>
          <pc:sldMk cId="946210699" sldId="262"/>
        </pc:sldMkLst>
      </pc:sldChg>
      <pc:sldChg chg="del">
        <pc:chgData name="Mr.Muhammad Zulfiqar Ali" userId="c4b4daea-c3cd-4a1b-ae38-2a74107589dc" providerId="ADAL" clId="{1C306FE1-0A05-475B-9984-547871C9DF61}" dt="2023-03-07T10:46:04.896" v="5058" actId="47"/>
        <pc:sldMkLst>
          <pc:docMk/>
          <pc:sldMk cId="442349219" sldId="270"/>
        </pc:sldMkLst>
      </pc:sldChg>
      <pc:sldChg chg="del">
        <pc:chgData name="Mr.Muhammad Zulfiqar Ali" userId="c4b4daea-c3cd-4a1b-ae38-2a74107589dc" providerId="ADAL" clId="{1C306FE1-0A05-475B-9984-547871C9DF61}" dt="2023-03-07T10:46:05.427" v="5059" actId="47"/>
        <pc:sldMkLst>
          <pc:docMk/>
          <pc:sldMk cId="2755594859" sldId="276"/>
        </pc:sldMkLst>
      </pc:sldChg>
      <pc:sldChg chg="modSp mod">
        <pc:chgData name="Mr.Muhammad Zulfiqar Ali" userId="c4b4daea-c3cd-4a1b-ae38-2a74107589dc" providerId="ADAL" clId="{1C306FE1-0A05-475B-9984-547871C9DF61}" dt="2023-03-07T10:47:19.216" v="5064" actId="113"/>
        <pc:sldMkLst>
          <pc:docMk/>
          <pc:sldMk cId="0" sldId="280"/>
        </pc:sldMkLst>
        <pc:spChg chg="mod">
          <ac:chgData name="Mr.Muhammad Zulfiqar Ali" userId="c4b4daea-c3cd-4a1b-ae38-2a74107589dc" providerId="ADAL" clId="{1C306FE1-0A05-475B-9984-547871C9DF61}" dt="2023-03-07T10:47:19.216" v="5064" actId="113"/>
          <ac:spMkLst>
            <pc:docMk/>
            <pc:sldMk cId="0" sldId="280"/>
            <ac:spMk id="7" creationId="{D4D25394-C04A-AD3B-7A76-15D355221849}"/>
          </ac:spMkLst>
        </pc:spChg>
      </pc:sldChg>
      <pc:sldChg chg="del">
        <pc:chgData name="Mr.Muhammad Zulfiqar Ali" userId="c4b4daea-c3cd-4a1b-ae38-2a74107589dc" providerId="ADAL" clId="{1C306FE1-0A05-475B-9984-547871C9DF61}" dt="2023-03-07T10:45:45.512" v="5042" actId="47"/>
        <pc:sldMkLst>
          <pc:docMk/>
          <pc:sldMk cId="0" sldId="283"/>
        </pc:sldMkLst>
      </pc:sldChg>
      <pc:sldChg chg="del">
        <pc:chgData name="Mr.Muhammad Zulfiqar Ali" userId="c4b4daea-c3cd-4a1b-ae38-2a74107589dc" providerId="ADAL" clId="{1C306FE1-0A05-475B-9984-547871C9DF61}" dt="2023-03-07T10:45:48.595" v="5043" actId="47"/>
        <pc:sldMkLst>
          <pc:docMk/>
          <pc:sldMk cId="0" sldId="286"/>
        </pc:sldMkLst>
      </pc:sldChg>
      <pc:sldChg chg="del">
        <pc:chgData name="Mr.Muhammad Zulfiqar Ali" userId="c4b4daea-c3cd-4a1b-ae38-2a74107589dc" providerId="ADAL" clId="{1C306FE1-0A05-475B-9984-547871C9DF61}" dt="2023-03-07T10:45:52.091" v="5044" actId="47"/>
        <pc:sldMkLst>
          <pc:docMk/>
          <pc:sldMk cId="0" sldId="287"/>
        </pc:sldMkLst>
      </pc:sldChg>
      <pc:sldChg chg="del">
        <pc:chgData name="Mr.Muhammad Zulfiqar Ali" userId="c4b4daea-c3cd-4a1b-ae38-2a74107589dc" providerId="ADAL" clId="{1C306FE1-0A05-475B-9984-547871C9DF61}" dt="2023-03-07T10:45:52.623" v="5045" actId="47"/>
        <pc:sldMkLst>
          <pc:docMk/>
          <pc:sldMk cId="0" sldId="288"/>
        </pc:sldMkLst>
      </pc:sldChg>
      <pc:sldChg chg="del">
        <pc:chgData name="Mr.Muhammad Zulfiqar Ali" userId="c4b4daea-c3cd-4a1b-ae38-2a74107589dc" providerId="ADAL" clId="{1C306FE1-0A05-475B-9984-547871C9DF61}" dt="2023-03-07T10:45:53.061" v="5046" actId="47"/>
        <pc:sldMkLst>
          <pc:docMk/>
          <pc:sldMk cId="0" sldId="289"/>
        </pc:sldMkLst>
      </pc:sldChg>
      <pc:sldChg chg="del">
        <pc:chgData name="Mr.Muhammad Zulfiqar Ali" userId="c4b4daea-c3cd-4a1b-ae38-2a74107589dc" providerId="ADAL" clId="{1C306FE1-0A05-475B-9984-547871C9DF61}" dt="2023-03-07T10:45:53.530" v="5047" actId="47"/>
        <pc:sldMkLst>
          <pc:docMk/>
          <pc:sldMk cId="0" sldId="290"/>
        </pc:sldMkLst>
      </pc:sldChg>
      <pc:sldChg chg="del">
        <pc:chgData name="Mr.Muhammad Zulfiqar Ali" userId="c4b4daea-c3cd-4a1b-ae38-2a74107589dc" providerId="ADAL" clId="{1C306FE1-0A05-475B-9984-547871C9DF61}" dt="2023-03-07T10:45:55.223" v="5049" actId="47"/>
        <pc:sldMkLst>
          <pc:docMk/>
          <pc:sldMk cId="0" sldId="291"/>
        </pc:sldMkLst>
      </pc:sldChg>
      <pc:sldChg chg="del">
        <pc:chgData name="Mr.Muhammad Zulfiqar Ali" userId="c4b4daea-c3cd-4a1b-ae38-2a74107589dc" providerId="ADAL" clId="{1C306FE1-0A05-475B-9984-547871C9DF61}" dt="2023-03-07T10:45:56.675" v="5050" actId="47"/>
        <pc:sldMkLst>
          <pc:docMk/>
          <pc:sldMk cId="0" sldId="292"/>
        </pc:sldMkLst>
      </pc:sldChg>
      <pc:sldChg chg="del">
        <pc:chgData name="Mr.Muhammad Zulfiqar Ali" userId="c4b4daea-c3cd-4a1b-ae38-2a74107589dc" providerId="ADAL" clId="{1C306FE1-0A05-475B-9984-547871C9DF61}" dt="2023-03-07T10:45:59.009" v="5053" actId="47"/>
        <pc:sldMkLst>
          <pc:docMk/>
          <pc:sldMk cId="0" sldId="293"/>
        </pc:sldMkLst>
      </pc:sldChg>
      <pc:sldChg chg="del">
        <pc:chgData name="Mr.Muhammad Zulfiqar Ali" userId="c4b4daea-c3cd-4a1b-ae38-2a74107589dc" providerId="ADAL" clId="{1C306FE1-0A05-475B-9984-547871C9DF61}" dt="2023-03-07T10:45:57.110" v="5051" actId="47"/>
        <pc:sldMkLst>
          <pc:docMk/>
          <pc:sldMk cId="0" sldId="294"/>
        </pc:sldMkLst>
      </pc:sldChg>
      <pc:sldChg chg="del">
        <pc:chgData name="Mr.Muhammad Zulfiqar Ali" userId="c4b4daea-c3cd-4a1b-ae38-2a74107589dc" providerId="ADAL" clId="{1C306FE1-0A05-475B-9984-547871C9DF61}" dt="2023-03-07T10:45:58.017" v="5052" actId="47"/>
        <pc:sldMkLst>
          <pc:docMk/>
          <pc:sldMk cId="0" sldId="295"/>
        </pc:sldMkLst>
      </pc:sldChg>
      <pc:sldChg chg="del">
        <pc:chgData name="Mr.Muhammad Zulfiqar Ali" userId="c4b4daea-c3cd-4a1b-ae38-2a74107589dc" providerId="ADAL" clId="{1C306FE1-0A05-475B-9984-547871C9DF61}" dt="2023-03-07T10:45:59.322" v="5054" actId="47"/>
        <pc:sldMkLst>
          <pc:docMk/>
          <pc:sldMk cId="0" sldId="296"/>
        </pc:sldMkLst>
      </pc:sldChg>
      <pc:sldChg chg="del">
        <pc:chgData name="Mr.Muhammad Zulfiqar Ali" userId="c4b4daea-c3cd-4a1b-ae38-2a74107589dc" providerId="ADAL" clId="{1C306FE1-0A05-475B-9984-547871C9DF61}" dt="2023-03-07T10:45:59.700" v="5055" actId="47"/>
        <pc:sldMkLst>
          <pc:docMk/>
          <pc:sldMk cId="0" sldId="297"/>
        </pc:sldMkLst>
      </pc:sldChg>
      <pc:sldChg chg="del">
        <pc:chgData name="Mr.Muhammad Zulfiqar Ali" userId="c4b4daea-c3cd-4a1b-ae38-2a74107589dc" providerId="ADAL" clId="{1C306FE1-0A05-475B-9984-547871C9DF61}" dt="2023-03-07T10:47:43.790" v="5065" actId="47"/>
        <pc:sldMkLst>
          <pc:docMk/>
          <pc:sldMk cId="0" sldId="300"/>
        </pc:sldMkLst>
      </pc:sldChg>
      <pc:sldChg chg="modSp del mod">
        <pc:chgData name="Mr.Muhammad Zulfiqar Ali" userId="c4b4daea-c3cd-4a1b-ae38-2a74107589dc" providerId="ADAL" clId="{1C306FE1-0A05-475B-9984-547871C9DF61}" dt="2023-03-07T10:49:06.444" v="5068" actId="47"/>
        <pc:sldMkLst>
          <pc:docMk/>
          <pc:sldMk cId="0" sldId="302"/>
        </pc:sldMkLst>
        <pc:spChg chg="mod">
          <ac:chgData name="Mr.Muhammad Zulfiqar Ali" userId="c4b4daea-c3cd-4a1b-ae38-2a74107589dc" providerId="ADAL" clId="{1C306FE1-0A05-475B-9984-547871C9DF61}" dt="2023-03-07T10:48:13.317" v="5067" actId="1076"/>
          <ac:spMkLst>
            <pc:docMk/>
            <pc:sldMk cId="0" sldId="302"/>
            <ac:spMk id="3" creationId="{E21B1546-A579-7ABB-ED9D-B9B9D150C572}"/>
          </ac:spMkLst>
        </pc:spChg>
      </pc:sldChg>
      <pc:sldChg chg="del">
        <pc:chgData name="Mr.Muhammad Zulfiqar Ali" userId="c4b4daea-c3cd-4a1b-ae38-2a74107589dc" providerId="ADAL" clId="{1C306FE1-0A05-475B-9984-547871C9DF61}" dt="2023-03-07T10:45:54.093" v="5048" actId="47"/>
        <pc:sldMkLst>
          <pc:docMk/>
          <pc:sldMk cId="0" sldId="304"/>
        </pc:sldMkLst>
      </pc:sldChg>
      <pc:sldChg chg="del">
        <pc:chgData name="Mr.Muhammad Zulfiqar Ali" userId="c4b4daea-c3cd-4a1b-ae38-2a74107589dc" providerId="ADAL" clId="{1C306FE1-0A05-475B-9984-547871C9DF61}" dt="2023-03-07T10:46:01.634" v="5056" actId="47"/>
        <pc:sldMkLst>
          <pc:docMk/>
          <pc:sldMk cId="0" sldId="305"/>
        </pc:sldMkLst>
      </pc:sldChg>
      <pc:sldChg chg="del">
        <pc:chgData name="Mr.Muhammad Zulfiqar Ali" userId="c4b4daea-c3cd-4a1b-ae38-2a74107589dc" providerId="ADAL" clId="{1C306FE1-0A05-475B-9984-547871C9DF61}" dt="2023-03-07T10:46:02.463" v="5057" actId="47"/>
        <pc:sldMkLst>
          <pc:docMk/>
          <pc:sldMk cId="0" sldId="306"/>
        </pc:sldMkLst>
      </pc:sldChg>
      <pc:sldChg chg="modSp mod modAnim">
        <pc:chgData name="Mr.Muhammad Zulfiqar Ali" userId="c4b4daea-c3cd-4a1b-ae38-2a74107589dc" providerId="ADAL" clId="{1C306FE1-0A05-475B-9984-547871C9DF61}" dt="2023-03-07T07:23:26.554" v="1077" actId="20577"/>
        <pc:sldMkLst>
          <pc:docMk/>
          <pc:sldMk cId="1225814609" sldId="309"/>
        </pc:sldMkLst>
        <pc:spChg chg="mod">
          <ac:chgData name="Mr.Muhammad Zulfiqar Ali" userId="c4b4daea-c3cd-4a1b-ae38-2a74107589dc" providerId="ADAL" clId="{1C306FE1-0A05-475B-9984-547871C9DF61}" dt="2023-03-06T08:07:50.692" v="6" actId="1076"/>
          <ac:spMkLst>
            <pc:docMk/>
            <pc:sldMk cId="1225814609" sldId="309"/>
            <ac:spMk id="2" creationId="{29E64108-860D-41F1-33B6-21DE4BCDF1EA}"/>
          </ac:spMkLst>
        </pc:spChg>
        <pc:spChg chg="mod">
          <ac:chgData name="Mr.Muhammad Zulfiqar Ali" userId="c4b4daea-c3cd-4a1b-ae38-2a74107589dc" providerId="ADAL" clId="{1C306FE1-0A05-475B-9984-547871C9DF61}" dt="2023-03-07T07:23:26.554" v="1077" actId="20577"/>
          <ac:spMkLst>
            <pc:docMk/>
            <pc:sldMk cId="1225814609" sldId="309"/>
            <ac:spMk id="3" creationId="{19B640F0-C9EE-1D08-7798-A4853989AF88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0:02:26.703" v="1603" actId="1036"/>
        <pc:sldMkLst>
          <pc:docMk/>
          <pc:sldMk cId="2321282660" sldId="310"/>
        </pc:sldMkLst>
        <pc:spChg chg="mod">
          <ac:chgData name="Mr.Muhammad Zulfiqar Ali" userId="c4b4daea-c3cd-4a1b-ae38-2a74107589dc" providerId="ADAL" clId="{1C306FE1-0A05-475B-9984-547871C9DF61}" dt="2023-03-07T09:53:07.543" v="1107" actId="1076"/>
          <ac:spMkLst>
            <pc:docMk/>
            <pc:sldMk cId="2321282660" sldId="310"/>
            <ac:spMk id="2" creationId="{1299DC1A-E51F-2ADE-E1D8-335BEB14A36E}"/>
          </ac:spMkLst>
        </pc:spChg>
        <pc:spChg chg="mod">
          <ac:chgData name="Mr.Muhammad Zulfiqar Ali" userId="c4b4daea-c3cd-4a1b-ae38-2a74107589dc" providerId="ADAL" clId="{1C306FE1-0A05-475B-9984-547871C9DF61}" dt="2023-03-07T10:02:26.703" v="1603" actId="1036"/>
          <ac:spMkLst>
            <pc:docMk/>
            <pc:sldMk cId="2321282660" sldId="310"/>
            <ac:spMk id="3" creationId="{3C590D69-6E70-3B96-7B00-B6BEDF086483}"/>
          </ac:spMkLst>
        </pc:spChg>
      </pc:sldChg>
      <pc:sldChg chg="addSp delSp modSp add mod">
        <pc:chgData name="Mr.Muhammad Zulfiqar Ali" userId="c4b4daea-c3cd-4a1b-ae38-2a74107589dc" providerId="ADAL" clId="{1C306FE1-0A05-475B-9984-547871C9DF61}" dt="2023-03-07T10:17:43.356" v="2925" actId="22"/>
        <pc:sldMkLst>
          <pc:docMk/>
          <pc:sldMk cId="3402057492" sldId="311"/>
        </pc:sldMkLst>
        <pc:spChg chg="mod">
          <ac:chgData name="Mr.Muhammad Zulfiqar Ali" userId="c4b4daea-c3cd-4a1b-ae38-2a74107589dc" providerId="ADAL" clId="{1C306FE1-0A05-475B-9984-547871C9DF61}" dt="2023-03-07T10:16:17.368" v="2895" actId="1076"/>
          <ac:spMkLst>
            <pc:docMk/>
            <pc:sldMk cId="3402057492" sldId="311"/>
            <ac:spMk id="2" creationId="{1299DC1A-E51F-2ADE-E1D8-335BEB14A36E}"/>
          </ac:spMkLst>
        </pc:spChg>
        <pc:spChg chg="mod">
          <ac:chgData name="Mr.Muhammad Zulfiqar Ali" userId="c4b4daea-c3cd-4a1b-ae38-2a74107589dc" providerId="ADAL" clId="{1C306FE1-0A05-475B-9984-547871C9DF61}" dt="2023-03-07T10:16:37.995" v="2923" actId="1038"/>
          <ac:spMkLst>
            <pc:docMk/>
            <pc:sldMk cId="3402057492" sldId="311"/>
            <ac:spMk id="3" creationId="{3C590D69-6E70-3B96-7B00-B6BEDF086483}"/>
          </ac:spMkLst>
        </pc:spChg>
        <pc:spChg chg="add del">
          <ac:chgData name="Mr.Muhammad Zulfiqar Ali" userId="c4b4daea-c3cd-4a1b-ae38-2a74107589dc" providerId="ADAL" clId="{1C306FE1-0A05-475B-9984-547871C9DF61}" dt="2023-03-07T10:17:43.356" v="2925" actId="22"/>
          <ac:spMkLst>
            <pc:docMk/>
            <pc:sldMk cId="3402057492" sldId="311"/>
            <ac:spMk id="5" creationId="{93BB8812-A54C-EA70-F6C0-82A38E7C51B2}"/>
          </ac:spMkLst>
        </pc:spChg>
      </pc:sldChg>
      <pc:sldChg chg="addSp modSp add mod">
        <pc:chgData name="Mr.Muhammad Zulfiqar Ali" userId="c4b4daea-c3cd-4a1b-ae38-2a74107589dc" providerId="ADAL" clId="{1C306FE1-0A05-475B-9984-547871C9DF61}" dt="2023-03-07T10:35:30.302" v="4870" actId="1035"/>
        <pc:sldMkLst>
          <pc:docMk/>
          <pc:sldMk cId="3764245351" sldId="312"/>
        </pc:sldMkLst>
        <pc:spChg chg="mod">
          <ac:chgData name="Mr.Muhammad Zulfiqar Ali" userId="c4b4daea-c3cd-4a1b-ae38-2a74107589dc" providerId="ADAL" clId="{1C306FE1-0A05-475B-9984-547871C9DF61}" dt="2023-03-07T10:27:19.598" v="4203" actId="1037"/>
          <ac:spMkLst>
            <pc:docMk/>
            <pc:sldMk cId="3764245351" sldId="312"/>
            <ac:spMk id="2" creationId="{1299DC1A-E51F-2ADE-E1D8-335BEB14A36E}"/>
          </ac:spMkLst>
        </pc:spChg>
        <pc:spChg chg="mod">
          <ac:chgData name="Mr.Muhammad Zulfiqar Ali" userId="c4b4daea-c3cd-4a1b-ae38-2a74107589dc" providerId="ADAL" clId="{1C306FE1-0A05-475B-9984-547871C9DF61}" dt="2023-03-07T10:35:30.302" v="4870" actId="1035"/>
          <ac:spMkLst>
            <pc:docMk/>
            <pc:sldMk cId="3764245351" sldId="312"/>
            <ac:spMk id="3" creationId="{3C590D69-6E70-3B96-7B00-B6BEDF086483}"/>
          </ac:spMkLst>
        </pc:spChg>
        <pc:spChg chg="add mod">
          <ac:chgData name="Mr.Muhammad Zulfiqar Ali" userId="c4b4daea-c3cd-4a1b-ae38-2a74107589dc" providerId="ADAL" clId="{1C306FE1-0A05-475B-9984-547871C9DF61}" dt="2023-03-07T10:35:09.974" v="4846" actId="1036"/>
          <ac:spMkLst>
            <pc:docMk/>
            <pc:sldMk cId="3764245351" sldId="312"/>
            <ac:spMk id="4" creationId="{FF5668A9-5D70-0B03-F077-274209A1AC2A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1:46:30.723" v="6276" actId="1036"/>
        <pc:sldMkLst>
          <pc:docMk/>
          <pc:sldMk cId="658344948" sldId="313"/>
        </pc:sldMkLst>
        <pc:spChg chg="mod">
          <ac:chgData name="Mr.Muhammad Zulfiqar Ali" userId="c4b4daea-c3cd-4a1b-ae38-2a74107589dc" providerId="ADAL" clId="{1C306FE1-0A05-475B-9984-547871C9DF61}" dt="2023-03-07T11:35:43.914" v="5662" actId="1035"/>
          <ac:spMkLst>
            <pc:docMk/>
            <pc:sldMk cId="658344948" sldId="313"/>
            <ac:spMk id="2" creationId="{203F4D1F-40AA-C5D9-1B1A-285C45FC1FF4}"/>
          </ac:spMkLst>
        </pc:spChg>
        <pc:spChg chg="mod">
          <ac:chgData name="Mr.Muhammad Zulfiqar Ali" userId="c4b4daea-c3cd-4a1b-ae38-2a74107589dc" providerId="ADAL" clId="{1C306FE1-0A05-475B-9984-547871C9DF61}" dt="2023-03-07T11:46:30.723" v="6276" actId="1036"/>
          <ac:spMkLst>
            <pc:docMk/>
            <pc:sldMk cId="658344948" sldId="313"/>
            <ac:spMk id="3" creationId="{EA747D89-CA05-02D0-27F3-4E82FD991594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1:46:04.999" v="6256" actId="113"/>
        <pc:sldMkLst>
          <pc:docMk/>
          <pc:sldMk cId="3725209963" sldId="314"/>
        </pc:sldMkLst>
        <pc:spChg chg="mod">
          <ac:chgData name="Mr.Muhammad Zulfiqar Ali" userId="c4b4daea-c3cd-4a1b-ae38-2a74107589dc" providerId="ADAL" clId="{1C306FE1-0A05-475B-9984-547871C9DF61}" dt="2023-03-07T11:36:43.611" v="5697" actId="1076"/>
          <ac:spMkLst>
            <pc:docMk/>
            <pc:sldMk cId="3725209963" sldId="314"/>
            <ac:spMk id="2" creationId="{A160BE14-37F3-FDFD-4A0E-6D19992D9D4F}"/>
          </ac:spMkLst>
        </pc:spChg>
        <pc:spChg chg="mod">
          <ac:chgData name="Mr.Muhammad Zulfiqar Ali" userId="c4b4daea-c3cd-4a1b-ae38-2a74107589dc" providerId="ADAL" clId="{1C306FE1-0A05-475B-9984-547871C9DF61}" dt="2023-03-07T11:46:04.999" v="6256" actId="113"/>
          <ac:spMkLst>
            <pc:docMk/>
            <pc:sldMk cId="3725209963" sldId="314"/>
            <ac:spMk id="3" creationId="{3DCCA0AD-7C43-B7CC-AB62-6F14AD9CC6F3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2:05:17.081" v="7750" actId="20577"/>
        <pc:sldMkLst>
          <pc:docMk/>
          <pc:sldMk cId="3943855077" sldId="315"/>
        </pc:sldMkLst>
        <pc:spChg chg="mod">
          <ac:chgData name="Mr.Muhammad Zulfiqar Ali" userId="c4b4daea-c3cd-4a1b-ae38-2a74107589dc" providerId="ADAL" clId="{1C306FE1-0A05-475B-9984-547871C9DF61}" dt="2023-03-07T11:47:26.983" v="6306" actId="20577"/>
          <ac:spMkLst>
            <pc:docMk/>
            <pc:sldMk cId="3943855077" sldId="315"/>
            <ac:spMk id="2" creationId="{95CF8C54-75AF-FC9E-5147-8523568B2D6B}"/>
          </ac:spMkLst>
        </pc:spChg>
        <pc:spChg chg="mod">
          <ac:chgData name="Mr.Muhammad Zulfiqar Ali" userId="c4b4daea-c3cd-4a1b-ae38-2a74107589dc" providerId="ADAL" clId="{1C306FE1-0A05-475B-9984-547871C9DF61}" dt="2023-03-07T12:05:17.081" v="7750" actId="20577"/>
          <ac:spMkLst>
            <pc:docMk/>
            <pc:sldMk cId="3943855077" sldId="315"/>
            <ac:spMk id="3" creationId="{2C9D6920-B902-44F8-8D59-FB30E6931C09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2:26:49.104" v="9098" actId="207"/>
        <pc:sldMkLst>
          <pc:docMk/>
          <pc:sldMk cId="1066490611" sldId="316"/>
        </pc:sldMkLst>
        <pc:spChg chg="mod">
          <ac:chgData name="Mr.Muhammad Zulfiqar Ali" userId="c4b4daea-c3cd-4a1b-ae38-2a74107589dc" providerId="ADAL" clId="{1C306FE1-0A05-475B-9984-547871C9DF61}" dt="2023-03-07T12:25:22.221" v="9057" actId="1035"/>
          <ac:spMkLst>
            <pc:docMk/>
            <pc:sldMk cId="1066490611" sldId="316"/>
            <ac:spMk id="2" creationId="{0B8423E0-0A5D-298E-EF9C-88337FB3F5D9}"/>
          </ac:spMkLst>
        </pc:spChg>
        <pc:spChg chg="mod">
          <ac:chgData name="Mr.Muhammad Zulfiqar Ali" userId="c4b4daea-c3cd-4a1b-ae38-2a74107589dc" providerId="ADAL" clId="{1C306FE1-0A05-475B-9984-547871C9DF61}" dt="2023-03-07T12:26:49.104" v="9098" actId="207"/>
          <ac:spMkLst>
            <pc:docMk/>
            <pc:sldMk cId="1066490611" sldId="316"/>
            <ac:spMk id="3" creationId="{A3E7F313-2153-6822-3F74-3ABE8B57878A}"/>
          </ac:spMkLst>
        </pc:spChg>
      </pc:sldChg>
      <pc:sldChg chg="modSp add mod">
        <pc:chgData name="Mr.Muhammad Zulfiqar Ali" userId="c4b4daea-c3cd-4a1b-ae38-2a74107589dc" providerId="ADAL" clId="{1C306FE1-0A05-475B-9984-547871C9DF61}" dt="2023-03-07T12:03:04.645" v="7588" actId="1038"/>
        <pc:sldMkLst>
          <pc:docMk/>
          <pc:sldMk cId="4010239832" sldId="317"/>
        </pc:sldMkLst>
        <pc:spChg chg="mod">
          <ac:chgData name="Mr.Muhammad Zulfiqar Ali" userId="c4b4daea-c3cd-4a1b-ae38-2a74107589dc" providerId="ADAL" clId="{1C306FE1-0A05-475B-9984-547871C9DF61}" dt="2023-03-07T11:54:33.913" v="6752" actId="20577"/>
          <ac:spMkLst>
            <pc:docMk/>
            <pc:sldMk cId="4010239832" sldId="317"/>
            <ac:spMk id="2" creationId="{95CF8C54-75AF-FC9E-5147-8523568B2D6B}"/>
          </ac:spMkLst>
        </pc:spChg>
        <pc:spChg chg="mod">
          <ac:chgData name="Mr.Muhammad Zulfiqar Ali" userId="c4b4daea-c3cd-4a1b-ae38-2a74107589dc" providerId="ADAL" clId="{1C306FE1-0A05-475B-9984-547871C9DF61}" dt="2023-03-07T12:03:04.645" v="7588" actId="1038"/>
          <ac:spMkLst>
            <pc:docMk/>
            <pc:sldMk cId="4010239832" sldId="317"/>
            <ac:spMk id="3" creationId="{2C9D6920-B902-44F8-8D59-FB30E6931C09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2:54:52.105" v="9966" actId="20577"/>
        <pc:sldMkLst>
          <pc:docMk/>
          <pc:sldMk cId="2865728526" sldId="318"/>
        </pc:sldMkLst>
        <pc:spChg chg="mod">
          <ac:chgData name="Mr.Muhammad Zulfiqar Ali" userId="c4b4daea-c3cd-4a1b-ae38-2a74107589dc" providerId="ADAL" clId="{1C306FE1-0A05-475B-9984-547871C9DF61}" dt="2023-03-07T12:30:29.150" v="9180" actId="1076"/>
          <ac:spMkLst>
            <pc:docMk/>
            <pc:sldMk cId="2865728526" sldId="318"/>
            <ac:spMk id="2" creationId="{48F929D4-82E2-A235-48BB-FCF60B4E8BBA}"/>
          </ac:spMkLst>
        </pc:spChg>
        <pc:spChg chg="mod">
          <ac:chgData name="Mr.Muhammad Zulfiqar Ali" userId="c4b4daea-c3cd-4a1b-ae38-2a74107589dc" providerId="ADAL" clId="{1C306FE1-0A05-475B-9984-547871C9DF61}" dt="2023-03-07T12:54:52.105" v="9966" actId="20577"/>
          <ac:spMkLst>
            <pc:docMk/>
            <pc:sldMk cId="2865728526" sldId="318"/>
            <ac:spMk id="3" creationId="{EFDD6483-10B6-EB9A-E911-4A3FDAB09CAD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3:02:20.932" v="10455" actId="114"/>
        <pc:sldMkLst>
          <pc:docMk/>
          <pc:sldMk cId="182107145" sldId="319"/>
        </pc:sldMkLst>
        <pc:spChg chg="mod">
          <ac:chgData name="Mr.Muhammad Zulfiqar Ali" userId="c4b4daea-c3cd-4a1b-ae38-2a74107589dc" providerId="ADAL" clId="{1C306FE1-0A05-475B-9984-547871C9DF61}" dt="2023-03-07T12:56:00.544" v="10006" actId="1035"/>
          <ac:spMkLst>
            <pc:docMk/>
            <pc:sldMk cId="182107145" sldId="319"/>
            <ac:spMk id="2" creationId="{D77A2484-243B-8A00-C253-7F75DD364DDE}"/>
          </ac:spMkLst>
        </pc:spChg>
        <pc:spChg chg="mod">
          <ac:chgData name="Mr.Muhammad Zulfiqar Ali" userId="c4b4daea-c3cd-4a1b-ae38-2a74107589dc" providerId="ADAL" clId="{1C306FE1-0A05-475B-9984-547871C9DF61}" dt="2023-03-07T13:02:20.932" v="10455" actId="114"/>
          <ac:spMkLst>
            <pc:docMk/>
            <pc:sldMk cId="182107145" sldId="319"/>
            <ac:spMk id="3" creationId="{C1E574E0-8E2B-5D17-EEFA-86E147A33E26}"/>
          </ac:spMkLst>
        </pc:spChg>
      </pc:sldChg>
      <pc:sldChg chg="modSp add mod">
        <pc:chgData name="Mr.Muhammad Zulfiqar Ali" userId="c4b4daea-c3cd-4a1b-ae38-2a74107589dc" providerId="ADAL" clId="{1C306FE1-0A05-475B-9984-547871C9DF61}" dt="2023-03-07T13:13:13.274" v="11451" actId="20577"/>
        <pc:sldMkLst>
          <pc:docMk/>
          <pc:sldMk cId="596042114" sldId="320"/>
        </pc:sldMkLst>
        <pc:spChg chg="mod">
          <ac:chgData name="Mr.Muhammad Zulfiqar Ali" userId="c4b4daea-c3cd-4a1b-ae38-2a74107589dc" providerId="ADAL" clId="{1C306FE1-0A05-475B-9984-547871C9DF61}" dt="2023-03-07T13:02:49.207" v="10466" actId="20577"/>
          <ac:spMkLst>
            <pc:docMk/>
            <pc:sldMk cId="596042114" sldId="320"/>
            <ac:spMk id="2" creationId="{D77A2484-243B-8A00-C253-7F75DD364DDE}"/>
          </ac:spMkLst>
        </pc:spChg>
        <pc:spChg chg="mod">
          <ac:chgData name="Mr.Muhammad Zulfiqar Ali" userId="c4b4daea-c3cd-4a1b-ae38-2a74107589dc" providerId="ADAL" clId="{1C306FE1-0A05-475B-9984-547871C9DF61}" dt="2023-03-07T13:13:13.274" v="11451" actId="20577"/>
          <ac:spMkLst>
            <pc:docMk/>
            <pc:sldMk cId="596042114" sldId="320"/>
            <ac:spMk id="3" creationId="{C1E574E0-8E2B-5D17-EEFA-86E147A33E26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3:29:25.491" v="12776" actId="20577"/>
        <pc:sldMkLst>
          <pc:docMk/>
          <pc:sldMk cId="3118349641" sldId="321"/>
        </pc:sldMkLst>
        <pc:spChg chg="mod">
          <ac:chgData name="Mr.Muhammad Zulfiqar Ali" userId="c4b4daea-c3cd-4a1b-ae38-2a74107589dc" providerId="ADAL" clId="{1C306FE1-0A05-475B-9984-547871C9DF61}" dt="2023-03-07T13:14:29.845" v="11527" actId="14100"/>
          <ac:spMkLst>
            <pc:docMk/>
            <pc:sldMk cId="3118349641" sldId="321"/>
            <ac:spMk id="2" creationId="{1D9B2EFA-BE11-480B-71C6-6EEA33825FAA}"/>
          </ac:spMkLst>
        </pc:spChg>
        <pc:spChg chg="mod">
          <ac:chgData name="Mr.Muhammad Zulfiqar Ali" userId="c4b4daea-c3cd-4a1b-ae38-2a74107589dc" providerId="ADAL" clId="{1C306FE1-0A05-475B-9984-547871C9DF61}" dt="2023-03-07T13:29:25.491" v="12776" actId="20577"/>
          <ac:spMkLst>
            <pc:docMk/>
            <pc:sldMk cId="3118349641" sldId="321"/>
            <ac:spMk id="3" creationId="{52E02642-FF06-70A7-2E55-06D0244D55E7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3:48:59.566" v="13383" actId="113"/>
        <pc:sldMkLst>
          <pc:docMk/>
          <pc:sldMk cId="143907900" sldId="322"/>
        </pc:sldMkLst>
        <pc:spChg chg="mod">
          <ac:chgData name="Mr.Muhammad Zulfiqar Ali" userId="c4b4daea-c3cd-4a1b-ae38-2a74107589dc" providerId="ADAL" clId="{1C306FE1-0A05-475B-9984-547871C9DF61}" dt="2023-03-07T13:38:03.275" v="12855" actId="14100"/>
          <ac:spMkLst>
            <pc:docMk/>
            <pc:sldMk cId="143907900" sldId="322"/>
            <ac:spMk id="2" creationId="{650CF2F9-9196-2FA2-CAE4-C091B71ED0CD}"/>
          </ac:spMkLst>
        </pc:spChg>
        <pc:spChg chg="mod">
          <ac:chgData name="Mr.Muhammad Zulfiqar Ali" userId="c4b4daea-c3cd-4a1b-ae38-2a74107589dc" providerId="ADAL" clId="{1C306FE1-0A05-475B-9984-547871C9DF61}" dt="2023-03-07T13:48:59.566" v="13383" actId="113"/>
          <ac:spMkLst>
            <pc:docMk/>
            <pc:sldMk cId="143907900" sldId="322"/>
            <ac:spMk id="3" creationId="{C75C643B-E2DA-4CA4-F0EF-8A7616E8686B}"/>
          </ac:spMkLst>
        </pc:spChg>
      </pc:sldChg>
      <pc:sldChg chg="modSp new mod">
        <pc:chgData name="Mr.Muhammad Zulfiqar Ali" userId="c4b4daea-c3cd-4a1b-ae38-2a74107589dc" providerId="ADAL" clId="{1C306FE1-0A05-475B-9984-547871C9DF61}" dt="2023-03-07T14:01:43.135" v="14228" actId="20577"/>
        <pc:sldMkLst>
          <pc:docMk/>
          <pc:sldMk cId="3215900022" sldId="323"/>
        </pc:sldMkLst>
        <pc:spChg chg="mod">
          <ac:chgData name="Mr.Muhammad Zulfiqar Ali" userId="c4b4daea-c3cd-4a1b-ae38-2a74107589dc" providerId="ADAL" clId="{1C306FE1-0A05-475B-9984-547871C9DF61}" dt="2023-03-07T13:50:45.949" v="13495" actId="14100"/>
          <ac:spMkLst>
            <pc:docMk/>
            <pc:sldMk cId="3215900022" sldId="323"/>
            <ac:spMk id="2" creationId="{7F3B09AE-23C3-478B-81EA-1412A750A6F9}"/>
          </ac:spMkLst>
        </pc:spChg>
        <pc:spChg chg="mod">
          <ac:chgData name="Mr.Muhammad Zulfiqar Ali" userId="c4b4daea-c3cd-4a1b-ae38-2a74107589dc" providerId="ADAL" clId="{1C306FE1-0A05-475B-9984-547871C9DF61}" dt="2023-03-07T14:01:43.135" v="14228" actId="20577"/>
          <ac:spMkLst>
            <pc:docMk/>
            <pc:sldMk cId="3215900022" sldId="323"/>
            <ac:spMk id="3" creationId="{A63B1AEA-3896-C2F0-32F4-57186650DA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C4F1B-74B0-4C1D-9D2B-093A8CAF4F28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BC72F-C1B8-44FC-840A-863B1AF86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udocu.com/ph/document/university-of-southern-mindanao/english-grammar/oral-comm-module-3-4-intercultural-communication/2312204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roup 1099">
            <a:extLst>
              <a:ext uri="{FF2B5EF4-FFF2-40B4-BE49-F238E27FC236}">
                <a16:creationId xmlns:a16="http://schemas.microsoft.com/office/drawing/2014/main" xmlns="" id="{7398C59F-5A18-487B-91D6-B955AACF2E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01" name="Freeform 11">
              <a:extLst>
                <a:ext uri="{FF2B5EF4-FFF2-40B4-BE49-F238E27FC236}">
                  <a16:creationId xmlns:a16="http://schemas.microsoft.com/office/drawing/2014/main" xmlns="" id="{0557FAFE-C7C3-47EC-A4F5-9B21663192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2" name="Freeform 12">
              <a:extLst>
                <a:ext uri="{FF2B5EF4-FFF2-40B4-BE49-F238E27FC236}">
                  <a16:creationId xmlns:a16="http://schemas.microsoft.com/office/drawing/2014/main" xmlns="" id="{95BC28FB-3882-4674-9D79-EA58BEB7CE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3" name="Freeform 13">
              <a:extLst>
                <a:ext uri="{FF2B5EF4-FFF2-40B4-BE49-F238E27FC236}">
                  <a16:creationId xmlns:a16="http://schemas.microsoft.com/office/drawing/2014/main" xmlns="" id="{9C6EC892-83F9-402F-8552-0AD7C0556E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4" name="Freeform 14">
              <a:extLst>
                <a:ext uri="{FF2B5EF4-FFF2-40B4-BE49-F238E27FC236}">
                  <a16:creationId xmlns:a16="http://schemas.microsoft.com/office/drawing/2014/main" xmlns="" id="{18387766-037C-4EF0-8471-D19CBF2A431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5" name="Freeform 15">
              <a:extLst>
                <a:ext uri="{FF2B5EF4-FFF2-40B4-BE49-F238E27FC236}">
                  <a16:creationId xmlns:a16="http://schemas.microsoft.com/office/drawing/2014/main" xmlns="" id="{1E364F38-6F3A-476A-93E6-962EA817C4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" name="Freeform 16">
              <a:extLst>
                <a:ext uri="{FF2B5EF4-FFF2-40B4-BE49-F238E27FC236}">
                  <a16:creationId xmlns:a16="http://schemas.microsoft.com/office/drawing/2014/main" xmlns="" id="{35C335A4-1E67-4293-8BE2-DFB085D4FB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7" name="Freeform 17">
              <a:extLst>
                <a:ext uri="{FF2B5EF4-FFF2-40B4-BE49-F238E27FC236}">
                  <a16:creationId xmlns:a16="http://schemas.microsoft.com/office/drawing/2014/main" xmlns="" id="{9A8A0F10-2C98-4297-9F92-5D95533927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8" name="Freeform 18">
              <a:extLst>
                <a:ext uri="{FF2B5EF4-FFF2-40B4-BE49-F238E27FC236}">
                  <a16:creationId xmlns:a16="http://schemas.microsoft.com/office/drawing/2014/main" xmlns="" id="{C3B112A3-006E-4008-A778-DB5F6A09D51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9" name="Freeform 19">
              <a:extLst>
                <a:ext uri="{FF2B5EF4-FFF2-40B4-BE49-F238E27FC236}">
                  <a16:creationId xmlns:a16="http://schemas.microsoft.com/office/drawing/2014/main" xmlns="" id="{E5E62767-5C25-4C49-9568-432433A3C5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0" name="Freeform 20">
              <a:extLst>
                <a:ext uri="{FF2B5EF4-FFF2-40B4-BE49-F238E27FC236}">
                  <a16:creationId xmlns:a16="http://schemas.microsoft.com/office/drawing/2014/main" xmlns="" id="{598EC006-77B1-42BA-B815-66CCB9B170E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1" name="Freeform 21">
              <a:extLst>
                <a:ext uri="{FF2B5EF4-FFF2-40B4-BE49-F238E27FC236}">
                  <a16:creationId xmlns:a16="http://schemas.microsoft.com/office/drawing/2014/main" xmlns="" id="{A144ED09-DA06-491D-95A8-AB3DED4329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2" name="Freeform 22">
              <a:extLst>
                <a:ext uri="{FF2B5EF4-FFF2-40B4-BE49-F238E27FC236}">
                  <a16:creationId xmlns:a16="http://schemas.microsoft.com/office/drawing/2014/main" xmlns="" id="{1CB00BD2-11CD-4A38-8F38-02B0D1105E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xmlns="" id="{520234FB-542E-4550-9C2F-1B56FD41A1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115" name="Freeform 27">
              <a:extLst>
                <a:ext uri="{FF2B5EF4-FFF2-40B4-BE49-F238E27FC236}">
                  <a16:creationId xmlns:a16="http://schemas.microsoft.com/office/drawing/2014/main" xmlns="" id="{41FCE1F3-DEB3-47CD-90FF-7DABB4AF4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" name="Freeform 28">
              <a:extLst>
                <a:ext uri="{FF2B5EF4-FFF2-40B4-BE49-F238E27FC236}">
                  <a16:creationId xmlns:a16="http://schemas.microsoft.com/office/drawing/2014/main" xmlns="" id="{5708E488-C19B-452C-B197-6F1C34F6E7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7" name="Freeform 29">
              <a:extLst>
                <a:ext uri="{FF2B5EF4-FFF2-40B4-BE49-F238E27FC236}">
                  <a16:creationId xmlns:a16="http://schemas.microsoft.com/office/drawing/2014/main" xmlns="" id="{89D3FD25-890E-4981-A71D-EE796873D7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8" name="Freeform 30">
              <a:extLst>
                <a:ext uri="{FF2B5EF4-FFF2-40B4-BE49-F238E27FC236}">
                  <a16:creationId xmlns:a16="http://schemas.microsoft.com/office/drawing/2014/main" xmlns="" id="{51B5414C-556A-47CB-8EE2-974A85A7A4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9" name="Freeform 31">
              <a:extLst>
                <a:ext uri="{FF2B5EF4-FFF2-40B4-BE49-F238E27FC236}">
                  <a16:creationId xmlns:a16="http://schemas.microsoft.com/office/drawing/2014/main" xmlns="" id="{1C02B20C-2B27-4B75-8AEE-A5D2E2674B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0" name="Freeform 32">
              <a:extLst>
                <a:ext uri="{FF2B5EF4-FFF2-40B4-BE49-F238E27FC236}">
                  <a16:creationId xmlns:a16="http://schemas.microsoft.com/office/drawing/2014/main" xmlns="" id="{54427714-F9AA-4F93-BD1D-400F1EA93F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1" name="Freeform 33">
              <a:extLst>
                <a:ext uri="{FF2B5EF4-FFF2-40B4-BE49-F238E27FC236}">
                  <a16:creationId xmlns:a16="http://schemas.microsoft.com/office/drawing/2014/main" xmlns="" id="{28A77D6A-9E81-497F-ABCC-2695BB5ADD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2" name="Freeform 34">
              <a:extLst>
                <a:ext uri="{FF2B5EF4-FFF2-40B4-BE49-F238E27FC236}">
                  <a16:creationId xmlns:a16="http://schemas.microsoft.com/office/drawing/2014/main" xmlns="" id="{2A1533BA-1478-4F7C-8E24-3F3E905050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3" name="Freeform 35">
              <a:extLst>
                <a:ext uri="{FF2B5EF4-FFF2-40B4-BE49-F238E27FC236}">
                  <a16:creationId xmlns:a16="http://schemas.microsoft.com/office/drawing/2014/main" xmlns="" id="{39686201-E633-40FD-A80A-1E28AD52E3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4" name="Freeform 36">
              <a:extLst>
                <a:ext uri="{FF2B5EF4-FFF2-40B4-BE49-F238E27FC236}">
                  <a16:creationId xmlns:a16="http://schemas.microsoft.com/office/drawing/2014/main" xmlns="" id="{76A215C2-F590-4938-810B-F8A79366CE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5" name="Freeform 37">
              <a:extLst>
                <a:ext uri="{FF2B5EF4-FFF2-40B4-BE49-F238E27FC236}">
                  <a16:creationId xmlns:a16="http://schemas.microsoft.com/office/drawing/2014/main" xmlns="" id="{85F418E7-330D-4002-8EC8-33C1A897FF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" name="Freeform 38">
              <a:extLst>
                <a:ext uri="{FF2B5EF4-FFF2-40B4-BE49-F238E27FC236}">
                  <a16:creationId xmlns:a16="http://schemas.microsoft.com/office/drawing/2014/main" xmlns="" id="{8FFE669A-54C9-4436-9566-C5A90F16DB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8" name="Rectangle 1127">
            <a:extLst>
              <a:ext uri="{FF2B5EF4-FFF2-40B4-BE49-F238E27FC236}">
                <a16:creationId xmlns:a16="http://schemas.microsoft.com/office/drawing/2014/main" xmlns="" id="{DE91395A-2D18-4AF6-A0AC-AAA7189FE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30" name="Freeform 11">
            <a:extLst>
              <a:ext uri="{FF2B5EF4-FFF2-40B4-BE49-F238E27FC236}">
                <a16:creationId xmlns:a16="http://schemas.microsoft.com/office/drawing/2014/main" xmlns="" id="{A57352BE-A213-4040-BE8E-D4A925AD9D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132" name="Rectangle 1131">
            <a:extLst>
              <a:ext uri="{FF2B5EF4-FFF2-40B4-BE49-F238E27FC236}">
                <a16:creationId xmlns:a16="http://schemas.microsoft.com/office/drawing/2014/main" xmlns="" id="{F7E42047-F7E7-4687-BBE0-D4BDC8E77B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34" name="Group 1133">
            <a:extLst>
              <a:ext uri="{FF2B5EF4-FFF2-40B4-BE49-F238E27FC236}">
                <a16:creationId xmlns:a16="http://schemas.microsoft.com/office/drawing/2014/main" xmlns="" id="{8D6F839A-C8D9-4FBC-8EFD-9E56D12F4C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135" name="Freeform 11">
              <a:extLst>
                <a:ext uri="{FF2B5EF4-FFF2-40B4-BE49-F238E27FC236}">
                  <a16:creationId xmlns:a16="http://schemas.microsoft.com/office/drawing/2014/main" xmlns="" id="{D1F0D09B-BA85-41B1-A8DE-73728B72E5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6" name="Freeform 12">
              <a:extLst>
                <a:ext uri="{FF2B5EF4-FFF2-40B4-BE49-F238E27FC236}">
                  <a16:creationId xmlns:a16="http://schemas.microsoft.com/office/drawing/2014/main" xmlns="" id="{FB2D0F0C-3A27-4FC3-A6A3-D2095D9B24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7" name="Freeform 13">
              <a:extLst>
                <a:ext uri="{FF2B5EF4-FFF2-40B4-BE49-F238E27FC236}">
                  <a16:creationId xmlns:a16="http://schemas.microsoft.com/office/drawing/2014/main" xmlns="" id="{FA1C69EF-E6E6-4BDD-B62F-637FC9F3C3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8" name="Freeform 14">
              <a:extLst>
                <a:ext uri="{FF2B5EF4-FFF2-40B4-BE49-F238E27FC236}">
                  <a16:creationId xmlns:a16="http://schemas.microsoft.com/office/drawing/2014/main" xmlns="" id="{75B4F36E-07F6-4E6F-A9D9-A7F6D9585A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9" name="Freeform 15">
              <a:extLst>
                <a:ext uri="{FF2B5EF4-FFF2-40B4-BE49-F238E27FC236}">
                  <a16:creationId xmlns:a16="http://schemas.microsoft.com/office/drawing/2014/main" xmlns="" id="{7D9136C7-12F1-4F21-A438-ED7668DDFA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0" name="Freeform 16">
              <a:extLst>
                <a:ext uri="{FF2B5EF4-FFF2-40B4-BE49-F238E27FC236}">
                  <a16:creationId xmlns:a16="http://schemas.microsoft.com/office/drawing/2014/main" xmlns="" id="{C718EF12-B769-45D9-9B6E-7AEAA3108A2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1" name="Freeform 17">
              <a:extLst>
                <a:ext uri="{FF2B5EF4-FFF2-40B4-BE49-F238E27FC236}">
                  <a16:creationId xmlns:a16="http://schemas.microsoft.com/office/drawing/2014/main" xmlns="" id="{534EAD53-3968-459E-B27C-09126A0FE31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2" name="Freeform 18">
              <a:extLst>
                <a:ext uri="{FF2B5EF4-FFF2-40B4-BE49-F238E27FC236}">
                  <a16:creationId xmlns:a16="http://schemas.microsoft.com/office/drawing/2014/main" xmlns="" id="{67658BFE-59E2-4A2D-9E8A-18F81C350BB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3" name="Freeform 19">
              <a:extLst>
                <a:ext uri="{FF2B5EF4-FFF2-40B4-BE49-F238E27FC236}">
                  <a16:creationId xmlns:a16="http://schemas.microsoft.com/office/drawing/2014/main" xmlns="" id="{3FEC8A9E-385D-4407-9671-E302380229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4" name="Freeform 20">
              <a:extLst>
                <a:ext uri="{FF2B5EF4-FFF2-40B4-BE49-F238E27FC236}">
                  <a16:creationId xmlns:a16="http://schemas.microsoft.com/office/drawing/2014/main" xmlns="" id="{EFC82234-632C-4B76-A8FF-2C9C0DCA68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5" name="Freeform 21">
              <a:extLst>
                <a:ext uri="{FF2B5EF4-FFF2-40B4-BE49-F238E27FC236}">
                  <a16:creationId xmlns:a16="http://schemas.microsoft.com/office/drawing/2014/main" xmlns="" id="{662A4DB3-C195-4230-953D-307E4100FE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" name="Freeform 22">
              <a:extLst>
                <a:ext uri="{FF2B5EF4-FFF2-40B4-BE49-F238E27FC236}">
                  <a16:creationId xmlns:a16="http://schemas.microsoft.com/office/drawing/2014/main" xmlns="" id="{94D310CF-9541-4CD7-855B-E2E1EF3437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48" name="Group 1147">
            <a:extLst>
              <a:ext uri="{FF2B5EF4-FFF2-40B4-BE49-F238E27FC236}">
                <a16:creationId xmlns:a16="http://schemas.microsoft.com/office/drawing/2014/main" xmlns="" id="{70EDA856-A216-4EEC-9AB6-A59FFC7036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1149" name="Freeform 27">
              <a:extLst>
                <a:ext uri="{FF2B5EF4-FFF2-40B4-BE49-F238E27FC236}">
                  <a16:creationId xmlns:a16="http://schemas.microsoft.com/office/drawing/2014/main" xmlns="" id="{36F815B8-AFA8-45E9-A3D1-977F2D1921F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0" name="Freeform 28">
              <a:extLst>
                <a:ext uri="{FF2B5EF4-FFF2-40B4-BE49-F238E27FC236}">
                  <a16:creationId xmlns:a16="http://schemas.microsoft.com/office/drawing/2014/main" xmlns="" id="{5D8FF653-8B3F-4B96-904D-1A4482EAEE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1" name="Freeform 29">
              <a:extLst>
                <a:ext uri="{FF2B5EF4-FFF2-40B4-BE49-F238E27FC236}">
                  <a16:creationId xmlns:a16="http://schemas.microsoft.com/office/drawing/2014/main" xmlns="" id="{4DD2E775-AB45-4AF1-B5B7-54948CFB98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2" name="Freeform 30">
              <a:extLst>
                <a:ext uri="{FF2B5EF4-FFF2-40B4-BE49-F238E27FC236}">
                  <a16:creationId xmlns:a16="http://schemas.microsoft.com/office/drawing/2014/main" xmlns="" id="{7BDE7E7B-E3AA-4A24-8F9D-CE77C96CA2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3" name="Freeform 31">
              <a:extLst>
                <a:ext uri="{FF2B5EF4-FFF2-40B4-BE49-F238E27FC236}">
                  <a16:creationId xmlns:a16="http://schemas.microsoft.com/office/drawing/2014/main" xmlns="" id="{D129CAA9-35E5-48CE-88AE-9806695CB8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4" name="Freeform 32">
              <a:extLst>
                <a:ext uri="{FF2B5EF4-FFF2-40B4-BE49-F238E27FC236}">
                  <a16:creationId xmlns:a16="http://schemas.microsoft.com/office/drawing/2014/main" xmlns="" id="{A73989FF-4EFF-4181-81A4-72EF2E67DB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5" name="Freeform 33">
              <a:extLst>
                <a:ext uri="{FF2B5EF4-FFF2-40B4-BE49-F238E27FC236}">
                  <a16:creationId xmlns:a16="http://schemas.microsoft.com/office/drawing/2014/main" xmlns="" id="{8C2C17BD-8FA0-4F42-B2CD-5E5A9F5429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6" name="Freeform 34">
              <a:extLst>
                <a:ext uri="{FF2B5EF4-FFF2-40B4-BE49-F238E27FC236}">
                  <a16:creationId xmlns:a16="http://schemas.microsoft.com/office/drawing/2014/main" xmlns="" id="{EEE99CF3-AD71-46FB-8E7D-67825F7816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7" name="Freeform 35">
              <a:extLst>
                <a:ext uri="{FF2B5EF4-FFF2-40B4-BE49-F238E27FC236}">
                  <a16:creationId xmlns:a16="http://schemas.microsoft.com/office/drawing/2014/main" xmlns="" id="{D0F9D5ED-7591-4E88-9FDA-4C1DC47E9D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8" name="Freeform 36">
              <a:extLst>
                <a:ext uri="{FF2B5EF4-FFF2-40B4-BE49-F238E27FC236}">
                  <a16:creationId xmlns:a16="http://schemas.microsoft.com/office/drawing/2014/main" xmlns="" id="{88FA7C13-D80D-4514-B9DB-87AE076ACE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9" name="Freeform 37">
              <a:extLst>
                <a:ext uri="{FF2B5EF4-FFF2-40B4-BE49-F238E27FC236}">
                  <a16:creationId xmlns:a16="http://schemas.microsoft.com/office/drawing/2014/main" xmlns="" id="{202C78DF-D842-450B-A87D-E035719E4E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0" name="Freeform 38">
              <a:extLst>
                <a:ext uri="{FF2B5EF4-FFF2-40B4-BE49-F238E27FC236}">
                  <a16:creationId xmlns:a16="http://schemas.microsoft.com/office/drawing/2014/main" xmlns="" id="{A4789F83-2423-47F8-8958-48E477BAE0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9520" y="624110"/>
            <a:ext cx="6845092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Intercultural Communication </a:t>
            </a:r>
            <a:br>
              <a:rPr lang="en-US" sz="3600" b="1"/>
            </a:br>
            <a:r>
              <a:rPr lang="en-US" sz="3600" b="1"/>
              <a:t>Ch.3</a:t>
            </a:r>
            <a:endParaRPr lang="en-US" sz="3600" dirty="0"/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xmlns="" id="{2C509E7A-337A-4664-BEC2-03F9BCA0A4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64" name="Freeform 11">
            <a:extLst>
              <a:ext uri="{FF2B5EF4-FFF2-40B4-BE49-F238E27FC236}">
                <a16:creationId xmlns:a16="http://schemas.microsoft.com/office/drawing/2014/main" xmlns="" id="{D9AB99AB-E300-4B19-97C3-9A12EA3C7B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Cultural diversity Culture Cross-cultural communication, World Day For  Cultural Diversity For Dialogue And Development, text, world png | PNGEgg">
            <a:extLst>
              <a:ext uri="{FF2B5EF4-FFF2-40B4-BE49-F238E27FC236}">
                <a16:creationId xmlns:a16="http://schemas.microsoft.com/office/drawing/2014/main" xmlns="" id="{87CED39A-2F87-75D3-358A-56567BFEE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23" r="31407"/>
          <a:stretch/>
        </p:blipFill>
        <p:spPr bwMode="auto">
          <a:xfrm>
            <a:off x="20" y="1730"/>
            <a:ext cx="27205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C183EDB-F2DA-D6B3-0704-900260F57861}"/>
              </a:ext>
            </a:extLst>
          </p:cNvPr>
          <p:cNvSpPr txBox="1"/>
          <p:nvPr/>
        </p:nvSpPr>
        <p:spPr>
          <a:xfrm>
            <a:off x="4656667" y="2133600"/>
            <a:ext cx="684794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Spring 2025 (SS-2010)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EE 6 ABC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Wk.4. 12 &amp; 13 February 2025</a:t>
            </a:r>
          </a:p>
        </p:txBody>
      </p:sp>
    </p:spTree>
    <p:extLst>
      <p:ext uri="{BB962C8B-B14F-4D97-AF65-F5344CB8AC3E}">
        <p14:creationId xmlns:p14="http://schemas.microsoft.com/office/powerpoint/2010/main" val="7113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7398C59F-5A18-487B-91D6-B955AACF2E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0557FAFE-C7C3-47EC-A4F5-9B21663192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95BC28FB-3882-4674-9D79-EA58BEB7CE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9C6EC892-83F9-402F-8552-0AD7C0556E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18387766-037C-4EF0-8471-D19CBF2A431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1E364F38-6F3A-476A-93E6-962EA817C4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xmlns="" id="{35C335A4-1E67-4293-8BE2-DFB085D4FB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9A8A0F10-2C98-4297-9F92-5D95533927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C3B112A3-006E-4008-A778-DB5F6A09D51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xmlns="" id="{E5E62767-5C25-4C49-9568-432433A3C5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598EC006-77B1-42BA-B815-66CCB9B170E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A144ED09-DA06-491D-95A8-AB3DED4329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1CB00BD2-11CD-4A38-8F38-02B0D1105E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520234FB-542E-4550-9C2F-1B56FD41A1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xmlns="" id="{41FCE1F3-DEB3-47CD-90FF-7DABB4AF4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xmlns="" id="{5708E488-C19B-452C-B197-6F1C34F6E7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xmlns="" id="{89D3FD25-890E-4981-A71D-EE796873D7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xmlns="" id="{51B5414C-556A-47CB-8EE2-974A85A7A4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xmlns="" id="{1C02B20C-2B27-4B75-8AEE-A5D2E2674B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xmlns="" id="{54427714-F9AA-4F93-BD1D-400F1EA93F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xmlns="" id="{28A77D6A-9E81-497F-ABCC-2695BB5ADD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xmlns="" id="{2A1533BA-1478-4F7C-8E24-3F3E905050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xmlns="" id="{39686201-E633-40FD-A80A-1E28AD52E3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xmlns="" id="{76A215C2-F590-4938-810B-F8A79366CE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xmlns="" id="{85F418E7-330D-4002-8EC8-33C1A897FF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xmlns="" id="{8FFE669A-54C9-4436-9566-C5A90F16DB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DE91395A-2D18-4AF6-A0AC-AAA7189FE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xmlns="" id="{A57352BE-A213-4040-BE8E-D4A925AD9D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7399" y="193108"/>
            <a:ext cx="8911687" cy="50729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b="1" dirty="0"/>
              <a:t>Learning Objectives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0846" y="1174970"/>
            <a:ext cx="8911686" cy="491158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Culture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Intercultural Communication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Dominant Cultures, Co-cultures, and Cultural Identity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Cultures Differ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Chronemics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Uncertainty Avoidance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Distance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Masculinity/ Femininity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Long-Term/Short-Term Orientation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Barriers to Intercultural Communication Competence</a:t>
            </a:r>
          </a:p>
          <a:p>
            <a:pPr marL="514350" indent="-514350">
              <a:lnSpc>
                <a:spcPct val="90000"/>
              </a:lnSpc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Developing Competent Intercultural Comm. Strategies</a:t>
            </a:r>
          </a:p>
        </p:txBody>
      </p:sp>
      <p:pic>
        <p:nvPicPr>
          <p:cNvPr id="5" name="Picture 2" descr="Cultural diversity Culture Cross-cultural communication, World Day For  Cultural Diversity For Dialogue And Development, text, world png | PNGEgg">
            <a:extLst>
              <a:ext uri="{FF2B5EF4-FFF2-40B4-BE49-F238E27FC236}">
                <a16:creationId xmlns:a16="http://schemas.microsoft.com/office/drawing/2014/main" xmlns="" id="{D3D5DE32-FF8F-0096-D769-716C63E0D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4" r="12811" b="3"/>
          <a:stretch/>
        </p:blipFill>
        <p:spPr bwMode="auto">
          <a:xfrm>
            <a:off x="9923702" y="2805221"/>
            <a:ext cx="2268298" cy="404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4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1EC35C-B4E6-D742-C09A-A5DE13B4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755805"/>
          </a:xfrm>
        </p:spPr>
        <p:txBody>
          <a:bodyPr/>
          <a:lstStyle/>
          <a:p>
            <a:r>
              <a:rPr lang="en-US" dirty="0"/>
              <a:t>What is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7C6115-E60B-AB71-34C8-D567746E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700463"/>
            <a:ext cx="11245516" cy="37776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system of shared values, beliefs, attitudes, and norms that guide what is considered appropriate among an identifiable group of people (Samovar, Porter, &amp; McDaniel, 2012).</a:t>
            </a:r>
          </a:p>
        </p:txBody>
      </p:sp>
    </p:spTree>
    <p:extLst>
      <p:ext uri="{BB962C8B-B14F-4D97-AF65-F5344CB8AC3E}">
        <p14:creationId xmlns:p14="http://schemas.microsoft.com/office/powerpoint/2010/main" val="49932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D4D25394-C04A-AD3B-7A76-15D355221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351375"/>
            <a:ext cx="8077200" cy="51489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INTERCULTURAL COMMUNICATION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xmlns="" id="{7E627935-83FB-A165-E18E-F49DA2F12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85" y="1363579"/>
            <a:ext cx="114059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“…one of the world’s most significant problems: intercultural relations…”</a:t>
            </a:r>
          </a:p>
          <a:p>
            <a:pPr algn="r" eaLnBrk="1" hangingPunct="1"/>
            <a:r>
              <a:rPr lang="en-US" altLang="en-US" dirty="0">
                <a:solidFill>
                  <a:schemeClr val="accent1"/>
                </a:solidFill>
                <a:latin typeface="+mn-lt"/>
                <a:cs typeface="Microsoft Sans Serif" panose="020B0604020202020204" pitchFamily="34" charset="0"/>
              </a:rPr>
              <a:t>                                                                                              </a:t>
            </a:r>
            <a:r>
              <a:rPr lang="en-US" altLang="en-US" i="1" dirty="0">
                <a:solidFill>
                  <a:schemeClr val="accent1"/>
                </a:solidFill>
                <a:latin typeface="+mn-lt"/>
                <a:cs typeface="Microsoft Sans Serif" panose="020B0604020202020204" pitchFamily="34" charset="0"/>
              </a:rPr>
              <a:t>                     </a:t>
            </a:r>
            <a:r>
              <a:rPr lang="en-US" altLang="en-US" sz="1400" dirty="0">
                <a:latin typeface="+mn-lt"/>
                <a:cs typeface="Microsoft Sans Serif" panose="020B0604020202020204" pitchFamily="34" charset="0"/>
              </a:rPr>
              <a:t>Edward T. Hall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D2F5512D-885E-DC3F-F1BE-004411C4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7" y="1989221"/>
            <a:ext cx="11405937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Communication among people from different nationalities</a:t>
            </a:r>
          </a:p>
          <a:p>
            <a:pPr eaLnBrk="1" hangingPunct="1"/>
            <a:endParaRPr lang="en-US" altLang="en-US" sz="2400" dirty="0">
              <a:latin typeface="+mn-lt"/>
              <a:cs typeface="Microsoft Sans Serif" panose="020B0604020202020204" pitchFamily="34" charset="0"/>
            </a:endParaRPr>
          </a:p>
          <a:p>
            <a:pPr eaLnBrk="1" hangingPunct="1"/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Communication that is influenced by different ethnicities, religions, and gender orientations</a:t>
            </a:r>
          </a:p>
          <a:p>
            <a:pPr eaLnBrk="1" hangingPunct="1"/>
            <a:endParaRPr lang="en-US" altLang="en-US" sz="2400" dirty="0">
              <a:latin typeface="+mn-lt"/>
              <a:cs typeface="Microsoft Sans Serif" panose="020B0604020202020204" pitchFamily="34" charset="0"/>
            </a:endParaRPr>
          </a:p>
          <a:p>
            <a:pPr eaLnBrk="1" hangingPunct="1"/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Intercultural communication takes place when people draw from their cultural identity to understand values, prejudices, language, attitudes, and relationships (</a:t>
            </a:r>
            <a:r>
              <a:rPr lang="en-US" altLang="en-US" sz="2400" dirty="0" err="1">
                <a:latin typeface="+mn-lt"/>
                <a:cs typeface="Microsoft Sans Serif" panose="020B0604020202020204" pitchFamily="34" charset="0"/>
              </a:rPr>
              <a:t>Gudyunst</a:t>
            </a:r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 &amp; Kim, 2003)</a:t>
            </a:r>
          </a:p>
          <a:p>
            <a:pPr eaLnBrk="1" hangingPunct="1"/>
            <a:endParaRPr lang="en-US" altLang="en-US" sz="2400" dirty="0">
              <a:latin typeface="+mn-lt"/>
              <a:cs typeface="Microsoft Sans Serif" panose="020B0604020202020204" pitchFamily="34" charset="0"/>
            </a:endParaRPr>
          </a:p>
          <a:p>
            <a:pPr eaLnBrk="1" hangingPunct="1"/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Bargained understanding of human experiences across diverse societies</a:t>
            </a:r>
          </a:p>
          <a:p>
            <a:pPr eaLnBrk="1" hangingPunct="1"/>
            <a:endParaRPr lang="en-US" altLang="en-US" sz="2400" dirty="0">
              <a:latin typeface="+mn-lt"/>
              <a:cs typeface="Microsoft Sans Serif" panose="020B0604020202020204" pitchFamily="34" charset="0"/>
            </a:endParaRPr>
          </a:p>
          <a:p>
            <a:pPr eaLnBrk="1" hangingPunct="1"/>
            <a:r>
              <a:rPr lang="en-US" altLang="en-US" sz="2400" dirty="0">
                <a:latin typeface="+mn-lt"/>
                <a:cs typeface="Microsoft Sans Serif" panose="020B0604020202020204" pitchFamily="34" charset="0"/>
              </a:rPr>
              <a:t>Communication between at least two people from different cultures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E64108-860D-41F1-33B6-21DE4BCD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645" y="447129"/>
            <a:ext cx="10205884" cy="585258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Dominant Cultures, Co-cultures, and Cultural Identity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B640F0-C9EE-1D08-7798-A4853989A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711" y="1278192"/>
            <a:ext cx="10658166" cy="5004621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Dominant Culture – </a:t>
            </a:r>
            <a:r>
              <a:rPr lang="en-US" sz="2000" dirty="0"/>
              <a:t>the learned system of norms held by the majority group of empowered people in a society (USA – 1960’s)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Co-culture – </a:t>
            </a:r>
            <a:r>
              <a:rPr lang="en-US" sz="2000" dirty="0"/>
              <a:t>a group comprised of a smaller number of people who hold common values, beliefs, attitudes, and customs that differ from those of the dominant culture</a:t>
            </a:r>
          </a:p>
          <a:p>
            <a:pPr lvl="1"/>
            <a:r>
              <a:rPr lang="en-US" sz="1800" dirty="0"/>
              <a:t>Co-culture influences communication behavior (</a:t>
            </a:r>
            <a:r>
              <a:rPr lang="en-US" sz="1800" b="1" dirty="0"/>
              <a:t>code-switching</a:t>
            </a:r>
            <a:r>
              <a:rPr lang="en-US" sz="1800" dirty="0"/>
              <a:t> alters people’s linguistics and non-verbal patterns to conform to dominant culture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Cultural Identity – </a:t>
            </a:r>
            <a:r>
              <a:rPr lang="en-US" sz="2000" dirty="0"/>
              <a:t>the part of our self-concept that is based on how closely we associate with both the dominant culture and various co-cultures (Ting-Toomey &amp; Chung, 2012)</a:t>
            </a:r>
          </a:p>
          <a:p>
            <a:pPr lvl="1"/>
            <a:r>
              <a:rPr lang="en-US" sz="1800" dirty="0"/>
              <a:t>If the dominant culture stigmatizes the co-culture, the people either downplay their identity, or become vocal for it</a:t>
            </a:r>
          </a:p>
          <a:p>
            <a:pPr lvl="1"/>
            <a:r>
              <a:rPr lang="en-US" sz="1800" dirty="0"/>
              <a:t>Co-cultures are influenced by race, ethnicity, native or first language, gender, religion, socio-economic status, age/generation, ability/disability </a:t>
            </a:r>
            <a:r>
              <a:rPr lang="en-US" sz="1800" i="1" dirty="0"/>
              <a:t>(Front of the Class – true story of a boy with Tourette syndrome)</a:t>
            </a:r>
          </a:p>
        </p:txBody>
      </p:sp>
    </p:spTree>
    <p:extLst>
      <p:ext uri="{BB962C8B-B14F-4D97-AF65-F5344CB8AC3E}">
        <p14:creationId xmlns:p14="http://schemas.microsoft.com/office/powerpoint/2010/main" val="122581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99DC1A-E51F-2ADE-E1D8-335BEB14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805" y="368471"/>
            <a:ext cx="8911687" cy="565593"/>
          </a:xfrm>
        </p:spPr>
        <p:txBody>
          <a:bodyPr>
            <a:normAutofit fontScale="90000"/>
          </a:bodyPr>
          <a:lstStyle/>
          <a:p>
            <a:r>
              <a:rPr lang="en-US" dirty="0"/>
              <a:t>How Cultures Differ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590D69-6E70-3B96-7B00-B6BEDF08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477" y="875069"/>
            <a:ext cx="10182892" cy="5712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Individualism/Collectivism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Highly individualistic cultures value: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Personal rights and responsibilities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Privacy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Voicing one’s opinion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Freedom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Innovation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Self-expression</a:t>
            </a:r>
          </a:p>
          <a:p>
            <a:r>
              <a:rPr lang="en-US" b="1" dirty="0">
                <a:solidFill>
                  <a:schemeClr val="tx1"/>
                </a:solidFill>
              </a:rPr>
              <a:t>Self and personal achievements are of primary value</a:t>
            </a:r>
          </a:p>
          <a:p>
            <a:r>
              <a:rPr lang="en-US" b="1" dirty="0">
                <a:solidFill>
                  <a:schemeClr val="tx1"/>
                </a:solidFill>
              </a:rPr>
              <a:t>Competition is taken as desirable and healthy</a:t>
            </a:r>
          </a:p>
          <a:p>
            <a:r>
              <a:rPr lang="en-US" b="1" dirty="0">
                <a:solidFill>
                  <a:schemeClr val="tx1"/>
                </a:solidFill>
              </a:rPr>
              <a:t>Interests of others are considered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Examples:</a:t>
            </a:r>
            <a:r>
              <a:rPr lang="en-US" dirty="0">
                <a:solidFill>
                  <a:schemeClr val="tx1"/>
                </a:solidFill>
              </a:rPr>
              <a:t> USA, Australia, GB, Canada, Northern and Eastern European countries 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b="0" i="1" dirty="0">
                <a:solidFill>
                  <a:srgbClr val="202124"/>
                </a:solidFill>
                <a:effectLst/>
                <a:latin typeface="+mj-lt"/>
              </a:rPr>
              <a:t>Albania, Armenia, Azerbaijan, Belarus, Bosnia and Herzegovina, Bulgaria, Croatia, Czech Republic, Estonia, Georgia, Hungary, Latvia, Lithuania, Moldova, Montenegro, North Macedonia, Poland, Romania, Russia, Serbia, Slovakia, Slovenia, and Ukraine</a:t>
            </a:r>
            <a:r>
              <a:rPr lang="en-US" i="1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28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99DC1A-E51F-2ADE-E1D8-335BEB14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477" y="112832"/>
            <a:ext cx="8911687" cy="565593"/>
          </a:xfrm>
        </p:spPr>
        <p:txBody>
          <a:bodyPr>
            <a:normAutofit fontScale="90000"/>
          </a:bodyPr>
          <a:lstStyle/>
          <a:p>
            <a:r>
              <a:rPr lang="en-US" dirty="0"/>
              <a:t>How Cultures Differ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590D69-6E70-3B96-7B00-B6BEDF08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309" y="717756"/>
            <a:ext cx="10182892" cy="5928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Individualism/Collectivism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Collectivist cultures value: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Community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Collaboration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Shared interests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Harmony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Public good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Avoiding embarrassment</a:t>
            </a:r>
          </a:p>
          <a:p>
            <a:r>
              <a:rPr lang="en-US" b="1" dirty="0">
                <a:solidFill>
                  <a:schemeClr val="tx1"/>
                </a:solidFill>
              </a:rPr>
              <a:t>Primary value on interests of group</a:t>
            </a:r>
          </a:p>
          <a:p>
            <a:r>
              <a:rPr lang="en-US" b="1" dirty="0">
                <a:solidFill>
                  <a:schemeClr val="tx1"/>
                </a:solidFill>
              </a:rPr>
              <a:t>Decisions are based on what is the best for the group</a:t>
            </a:r>
          </a:p>
          <a:p>
            <a:r>
              <a:rPr lang="en-US" b="1" dirty="0">
                <a:solidFill>
                  <a:schemeClr val="tx1"/>
                </a:solidFill>
              </a:rPr>
              <a:t>Harmony and cooperation is valued over competition and personal achievements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Examples:</a:t>
            </a:r>
            <a:r>
              <a:rPr lang="en-US" dirty="0">
                <a:solidFill>
                  <a:schemeClr val="tx1"/>
                </a:solidFill>
              </a:rPr>
              <a:t> South and Central America </a:t>
            </a:r>
            <a:r>
              <a:rPr lang="en-US" i="1" dirty="0">
                <a:solidFill>
                  <a:schemeClr val="tx1"/>
                </a:solidFill>
              </a:rPr>
              <a:t>(Costa Rica. Guatemala, Nicaragua, El Salvador, Argentina, Belize, Peru, Chile, Columbia, …)</a:t>
            </a:r>
            <a:r>
              <a:rPr lang="en-US" dirty="0">
                <a:solidFill>
                  <a:schemeClr val="tx1"/>
                </a:solidFill>
              </a:rPr>
              <a:t>, East and South-East </a:t>
            </a:r>
            <a:r>
              <a:rPr lang="en-US" i="1" dirty="0">
                <a:solidFill>
                  <a:schemeClr val="tx1"/>
                </a:solidFill>
              </a:rPr>
              <a:t>Asia (China, Japan, Korea, Mongolia, Indo-Pakistan, Bangladesh, Iraq, Türkiye, Hing Kong, Sri Lanka, Cambodia, Vietnam, Burma, Indonesia, Malaysia, Philippines, Thailand, Brunei, </a:t>
            </a:r>
            <a:r>
              <a:rPr lang="en-US" dirty="0">
                <a:solidFill>
                  <a:schemeClr val="tx1"/>
                </a:solidFill>
              </a:rPr>
              <a:t>), Africa</a:t>
            </a:r>
            <a:endParaRPr lang="en-US" i="1" dirty="0">
              <a:solidFill>
                <a:schemeClr val="tx1"/>
              </a:solidFill>
              <a:latin typeface="+mj-lt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05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99DC1A-E51F-2ADE-E1D8-335BEB14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01" y="191488"/>
            <a:ext cx="9883006" cy="56559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Individualism v/s Collectivism </a:t>
            </a:r>
            <a:r>
              <a:rPr lang="en-US" sz="2800" dirty="0"/>
              <a:t>– how self-esteem affects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590D69-6E70-3B96-7B00-B6BEDF08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302" y="1209368"/>
            <a:ext cx="5748543" cy="440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Collectivism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People form interdependent self-concepts and base their self-esteem on how well they work in a group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People are more likely to engage in collaboration/ avoid conflict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Decision-making is based on consensus and sacrificing self-interests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FF5668A9-5D70-0B03-F077-274209A1AC2A}"/>
              </a:ext>
            </a:extLst>
          </p:cNvPr>
          <p:cNvSpPr txBox="1">
            <a:spLocks/>
          </p:cNvSpPr>
          <p:nvPr/>
        </p:nvSpPr>
        <p:spPr>
          <a:xfrm>
            <a:off x="1474839" y="1204456"/>
            <a:ext cx="4788309" cy="410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Individualism</a:t>
            </a:r>
          </a:p>
          <a:p>
            <a:pPr marL="0" indent="0">
              <a:buFont typeface="Wingdings 3" charset="2"/>
              <a:buNone/>
            </a:pPr>
            <a:r>
              <a:rPr lang="en-US" dirty="0">
                <a:solidFill>
                  <a:schemeClr val="tx1"/>
                </a:solidFill>
              </a:rPr>
              <a:t>People form independent self-concepts and base their self-esteem on individual accomplishments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Emphasis on individual leads to assertiveness and facing conflict directly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Individual decisions are more valued even if harmony is disturbed </a:t>
            </a:r>
          </a:p>
          <a:p>
            <a:pPr marL="0" indent="0">
              <a:buFont typeface="Wingdings 3" charset="2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Wingdings 3" charset="2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Wingdings 3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245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3F4D1F-40AA-C5D9-1B1A-285C45FC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90" y="319313"/>
            <a:ext cx="4093010" cy="526264"/>
          </a:xfrm>
        </p:spPr>
        <p:txBody>
          <a:bodyPr>
            <a:normAutofit fontScale="90000"/>
          </a:bodyPr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747D89-CA05-02D0-27F3-4E82FD991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865" y="1170041"/>
            <a:ext cx="10835147" cy="5299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extent to which members rely on contextual cues to convey the meaning of a message (Hall, 1976; Schein, 2010)</a:t>
            </a:r>
          </a:p>
          <a:p>
            <a:r>
              <a:rPr lang="en-US" sz="2000" b="1" dirty="0"/>
              <a:t>High-context cultures:</a:t>
            </a:r>
          </a:p>
          <a:p>
            <a:pPr lvl="1"/>
            <a:r>
              <a:rPr lang="en-US" sz="1800" dirty="0"/>
              <a:t>Speaker’s message is understood mainly based on context</a:t>
            </a:r>
          </a:p>
          <a:p>
            <a:pPr lvl="1"/>
            <a:r>
              <a:rPr lang="en-US" sz="1800" dirty="0"/>
              <a:t>Much of meaning is conveyed indirectly and accurately interpreted by referring to unwritten cultural rules/ subtle non-verbal behavior </a:t>
            </a:r>
            <a:r>
              <a:rPr lang="en-US" sz="1800" i="1" dirty="0"/>
              <a:t>(i.e., to read between the lines)</a:t>
            </a:r>
          </a:p>
          <a:p>
            <a:pPr lvl="1"/>
            <a:r>
              <a:rPr lang="en-US" sz="1800" dirty="0"/>
              <a:t>Very direct messages may not be liked/ accepted at face value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b="1" dirty="0"/>
              <a:t>Low-context cultures:</a:t>
            </a:r>
          </a:p>
          <a:p>
            <a:pPr lvl="1"/>
            <a:r>
              <a:rPr lang="en-US" sz="1800" dirty="0"/>
              <a:t>Speakers use words to convey what they mean and get to the point</a:t>
            </a:r>
          </a:p>
          <a:p>
            <a:pPr lvl="1"/>
            <a:r>
              <a:rPr lang="en-US" sz="1800" dirty="0"/>
              <a:t>Verbal messages are direct, specific, and detailed</a:t>
            </a:r>
          </a:p>
          <a:p>
            <a:pPr lvl="1"/>
            <a:r>
              <a:rPr lang="en-US" sz="1800" dirty="0"/>
              <a:t>Speakers may not be able to pick the subtle cues, non-verbal sensitivities</a:t>
            </a:r>
          </a:p>
          <a:p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65834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60BE14-37F3-FDFD-4A0E-6D19992D9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332" y="381185"/>
            <a:ext cx="3906198" cy="565593"/>
          </a:xfrm>
        </p:spPr>
        <p:txBody>
          <a:bodyPr>
            <a:normAutofit fontScale="90000"/>
          </a:bodyPr>
          <a:lstStyle/>
          <a:p>
            <a:r>
              <a:rPr lang="en-US" dirty="0"/>
              <a:t>Chronemics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CCA0AD-7C43-B7CC-AB62-6F14AD9CC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977" y="1038745"/>
            <a:ext cx="8915400" cy="5017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study of how the perception of time differs among cultures (Hall, 1976)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Monochronic Cultures </a:t>
            </a:r>
            <a:r>
              <a:rPr lang="en-US" dirty="0"/>
              <a:t>view time as a series of small units that occur sequentially (USA)</a:t>
            </a:r>
          </a:p>
          <a:p>
            <a:pPr marL="0" indent="0">
              <a:buNone/>
            </a:pPr>
            <a:r>
              <a:rPr lang="en-US" dirty="0"/>
              <a:t>Value punctuality</a:t>
            </a:r>
          </a:p>
          <a:p>
            <a:pPr marL="0" indent="0">
              <a:buNone/>
            </a:pPr>
            <a:r>
              <a:rPr lang="en-US" dirty="0"/>
              <a:t>Uninterrupted task completion</a:t>
            </a:r>
          </a:p>
          <a:p>
            <a:pPr marL="0" indent="0">
              <a:buNone/>
            </a:pPr>
            <a:r>
              <a:rPr lang="en-US" dirty="0"/>
              <a:t>Meeting deadlines</a:t>
            </a:r>
          </a:p>
          <a:p>
            <a:pPr marL="0" indent="0">
              <a:buNone/>
            </a:pPr>
            <a:r>
              <a:rPr lang="en-US" dirty="0"/>
              <a:t>Following plans</a:t>
            </a:r>
          </a:p>
          <a:p>
            <a:pPr marL="0" indent="0">
              <a:buNone/>
            </a:pPr>
            <a:r>
              <a:rPr lang="en-US" dirty="0"/>
              <a:t>Doing things one at a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Polychronic Cultures</a:t>
            </a:r>
            <a:r>
              <a:rPr lang="en-US" dirty="0"/>
              <a:t> view time as a continuous flow (Latin America, Arab, Southern European countries)</a:t>
            </a:r>
          </a:p>
          <a:p>
            <a:pPr marL="0" indent="0">
              <a:buNone/>
            </a:pPr>
            <a:r>
              <a:rPr lang="en-US" dirty="0"/>
              <a:t>Time appointments are approximate and flexible</a:t>
            </a:r>
          </a:p>
          <a:p>
            <a:pPr marL="0" indent="0">
              <a:buNone/>
            </a:pPr>
            <a:r>
              <a:rPr lang="en-US" dirty="0"/>
              <a:t>Plans could alter by timelines</a:t>
            </a:r>
          </a:p>
        </p:txBody>
      </p:sp>
    </p:spTree>
    <p:extLst>
      <p:ext uri="{BB962C8B-B14F-4D97-AF65-F5344CB8AC3E}">
        <p14:creationId xmlns:p14="http://schemas.microsoft.com/office/powerpoint/2010/main" val="372520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CF8C54-75AF-FC9E-5147-8523568B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3916"/>
          </a:xfrm>
        </p:spPr>
        <p:txBody>
          <a:bodyPr>
            <a:normAutofit/>
          </a:bodyPr>
          <a:lstStyle/>
          <a:p>
            <a:r>
              <a:rPr lang="en-US" sz="2800" dirty="0"/>
              <a:t>Uncertainty Avoidance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9D6920-B902-44F8-8D59-FB30E6931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973" y="1189702"/>
            <a:ext cx="8915400" cy="5132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extent to which people desire to predict what is going to happen</a:t>
            </a:r>
          </a:p>
          <a:p>
            <a:pPr marL="0" indent="0">
              <a:buNone/>
            </a:pPr>
            <a:r>
              <a:rPr lang="en-US" sz="2000" dirty="0"/>
              <a:t>Different cultures have different attitudes to this predictability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Low uncertainty-avoidance cultures </a:t>
            </a:r>
            <a:r>
              <a:rPr lang="en-US" sz="2000" i="1" dirty="0"/>
              <a:t>(US, Sweden, Denmark)</a:t>
            </a:r>
          </a:p>
          <a:p>
            <a:r>
              <a:rPr lang="en-US" sz="2000" dirty="0"/>
              <a:t>People</a:t>
            </a:r>
            <a:r>
              <a:rPr lang="en-US" sz="2000" i="1" dirty="0"/>
              <a:t> </a:t>
            </a:r>
            <a:r>
              <a:rPr lang="en-US" sz="2000" dirty="0"/>
              <a:t>tolerate uncertainty and accept unpredictability</a:t>
            </a:r>
          </a:p>
          <a:p>
            <a:r>
              <a:rPr lang="en-US" sz="2000" dirty="0"/>
              <a:t>Less driven to control unpredictable people, relations, events</a:t>
            </a:r>
          </a:p>
          <a:p>
            <a:r>
              <a:rPr lang="en-US" sz="2000" dirty="0"/>
              <a:t>Tolerate the unusual</a:t>
            </a:r>
          </a:p>
          <a:p>
            <a:r>
              <a:rPr lang="en-US" sz="2000" dirty="0"/>
              <a:t>Value creative initiatives</a:t>
            </a:r>
          </a:p>
          <a:p>
            <a:r>
              <a:rPr lang="en-US" sz="2000" dirty="0"/>
              <a:t>Take risks</a:t>
            </a:r>
          </a:p>
          <a:p>
            <a:r>
              <a:rPr lang="en-US" sz="2000" dirty="0"/>
              <a:t>Support having fewer rules</a:t>
            </a:r>
          </a:p>
          <a:p>
            <a:r>
              <a:rPr lang="en-US" sz="2000" dirty="0"/>
              <a:t>Likely to initiate new relationships with unusual/ unique people</a:t>
            </a:r>
          </a:p>
          <a:p>
            <a:r>
              <a:rPr lang="en-US" sz="2000" dirty="0"/>
              <a:t>More open to self-disclosure to get better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43855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CF8C54-75AF-FC9E-5147-8523568B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3916"/>
          </a:xfrm>
        </p:spPr>
        <p:txBody>
          <a:bodyPr>
            <a:normAutofit/>
          </a:bodyPr>
          <a:lstStyle/>
          <a:p>
            <a:r>
              <a:rPr lang="en-US" sz="2800" dirty="0"/>
              <a:t>Uncertainty Avoidance (Cont’d)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9D6920-B902-44F8-8D59-FB30E6931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23" y="1288026"/>
            <a:ext cx="11490581" cy="5132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High uncertainty-avoidance cultures </a:t>
            </a:r>
            <a:r>
              <a:rPr lang="en-US" sz="2000" i="1" dirty="0"/>
              <a:t>(Germany, Portugal, Greece, Peru, Belgium)</a:t>
            </a:r>
          </a:p>
          <a:p>
            <a:r>
              <a:rPr lang="en-US" sz="2000" dirty="0"/>
              <a:t>People</a:t>
            </a:r>
            <a:r>
              <a:rPr lang="en-US" sz="2000" i="1" dirty="0"/>
              <a:t> </a:t>
            </a:r>
            <a:r>
              <a:rPr lang="en-US" sz="2000" dirty="0"/>
              <a:t>have</a:t>
            </a:r>
            <a:r>
              <a:rPr lang="en-US" sz="2000" i="1" dirty="0"/>
              <a:t> </a:t>
            </a:r>
            <a:r>
              <a:rPr lang="en-US" sz="2000" dirty="0"/>
              <a:t>a low tolerance for uncertainty</a:t>
            </a:r>
          </a:p>
          <a:p>
            <a:r>
              <a:rPr lang="en-US" sz="2000" dirty="0"/>
              <a:t>High need to control unpredictable people, relations, events</a:t>
            </a:r>
          </a:p>
          <a:p>
            <a:r>
              <a:rPr lang="en-US" sz="2000" dirty="0"/>
              <a:t>Ver low tolerance for the unusual</a:t>
            </a:r>
          </a:p>
          <a:p>
            <a:r>
              <a:rPr lang="en-US" sz="2000" dirty="0"/>
              <a:t>Create systems of formal rules to provide security and reduce risks</a:t>
            </a:r>
          </a:p>
          <a:p>
            <a:r>
              <a:rPr lang="en-US" sz="2000" dirty="0"/>
              <a:t>Less tolerant of deviant ideas, people, or groups</a:t>
            </a:r>
          </a:p>
          <a:p>
            <a:r>
              <a:rPr lang="en-US" sz="2000" dirty="0"/>
              <a:t>Experience anxiety when confronted with unpredictable people, relationships, situations</a:t>
            </a:r>
          </a:p>
          <a:p>
            <a:r>
              <a:rPr lang="en-US" sz="2000" dirty="0"/>
              <a:t>Value and use precise language to be more certain</a:t>
            </a:r>
          </a:p>
          <a:p>
            <a:r>
              <a:rPr lang="en-US" sz="2000" dirty="0"/>
              <a:t>More cautious with strangers</a:t>
            </a:r>
          </a:p>
          <a:p>
            <a:r>
              <a:rPr lang="en-US" sz="2000" dirty="0"/>
              <a:t>Refrain from self-disclosure at the start of new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010239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8423E0-0A5D-298E-EF9C-88337FB3F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332" y="191493"/>
            <a:ext cx="4535462" cy="545928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E7F313-2153-6822-3F74-3ABE8B578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375" y="1199533"/>
            <a:ext cx="10884310" cy="52995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extent to which the members of a culture expect and accept that power will be equally or unequally shared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power-distance culture </a:t>
            </a:r>
            <a:r>
              <a:rPr lang="en-US" dirty="0"/>
              <a:t>– unequal distribution of power is accepted by both high ad low power holders</a:t>
            </a:r>
          </a:p>
          <a:p>
            <a:pPr marL="0" indent="0">
              <a:buNone/>
            </a:pPr>
            <a:r>
              <a:rPr lang="en-US" i="1" dirty="0"/>
              <a:t>(Middle East, Malaysia, Guatemala, Venezuela, Singapore, view unequal power distribution as normal)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power-distance culture </a:t>
            </a:r>
            <a:r>
              <a:rPr lang="en-US" dirty="0"/>
              <a:t>– members prefer power to be more equally distributed</a:t>
            </a:r>
          </a:p>
          <a:p>
            <a:pPr marL="0" indent="0">
              <a:buNone/>
            </a:pPr>
            <a:r>
              <a:rPr lang="en-US" i="1" dirty="0"/>
              <a:t>(Austria, Finland, Denmark, Norway, US)</a:t>
            </a:r>
          </a:p>
          <a:p>
            <a:pPr marL="0" indent="0">
              <a:buNone/>
            </a:pPr>
            <a:r>
              <a:rPr lang="en-US" dirty="0"/>
              <a:t>People know that some individuals have more power, authority, and influence, but lower ranking people do not get influenced or more respectful for higher positions</a:t>
            </a:r>
          </a:p>
          <a:p>
            <a:pPr marL="0" indent="0">
              <a:buNone/>
            </a:pPr>
            <a:r>
              <a:rPr lang="en-US" dirty="0"/>
              <a:t>People value democracy and egalitarian (just/unbiased/equal) behavior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Based on our cultural beliefs, our behavior changes when we interact with people in higher authority</a:t>
            </a:r>
          </a:p>
          <a:p>
            <a:pPr marL="0" indent="0">
              <a:buNone/>
            </a:pPr>
            <a:r>
              <a:rPr lang="en-US" b="1" dirty="0"/>
              <a:t>E.g.,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 high power-distance culture</a:t>
            </a:r>
            <a:r>
              <a:rPr lang="en-US" dirty="0"/>
              <a:t>, students usually would not argue with teacher, supervisor, or boss, and follow orders without questions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 low power-distance culture</a:t>
            </a:r>
            <a:r>
              <a:rPr lang="en-US" dirty="0"/>
              <a:t>, questioning and even arguing with the authority are not a big problem </a:t>
            </a:r>
          </a:p>
        </p:txBody>
      </p:sp>
    </p:spTree>
    <p:extLst>
      <p:ext uri="{BB962C8B-B14F-4D97-AF65-F5344CB8AC3E}">
        <p14:creationId xmlns:p14="http://schemas.microsoft.com/office/powerpoint/2010/main" val="106649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F929D4-82E2-A235-48BB-FCF60B4E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712" y="351688"/>
            <a:ext cx="10058399" cy="595090"/>
          </a:xfrm>
        </p:spPr>
        <p:txBody>
          <a:bodyPr>
            <a:noAutofit/>
          </a:bodyPr>
          <a:lstStyle/>
          <a:p>
            <a:r>
              <a:rPr lang="en-US" sz="2500" b="1" dirty="0"/>
              <a:t>Masculinity/Femininity – the gender role influence on cultures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DD6483-10B6-EB9A-E911-4A3FDAB0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180" y="1052052"/>
            <a:ext cx="10795819" cy="495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Cultures differ strongly in viewing and valuing traditional gender roles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Masculine Cultures:</a:t>
            </a:r>
          </a:p>
          <a:p>
            <a:r>
              <a:rPr lang="en-US" dirty="0"/>
              <a:t>Men and women are expected to adhere to traditional gender role and behaviors</a:t>
            </a:r>
          </a:p>
          <a:p>
            <a:r>
              <a:rPr lang="en-US" dirty="0"/>
              <a:t>Masculine roles are valued more than feminine ones </a:t>
            </a:r>
            <a:r>
              <a:rPr lang="en-US" i="1" dirty="0"/>
              <a:t>(Mexico, Italy, and Japan)</a:t>
            </a:r>
          </a:p>
          <a:p>
            <a:r>
              <a:rPr lang="en-US" dirty="0"/>
              <a:t>Men are dominant, ambitious, assertive; women are nurturing, caring, and service-oriented</a:t>
            </a:r>
          </a:p>
          <a:p>
            <a:r>
              <a:rPr lang="en-US" dirty="0"/>
              <a:t>Masculine behaviors are trusted more</a:t>
            </a:r>
          </a:p>
          <a:p>
            <a:pPr marL="0" indent="0"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Feminine Cultures:</a:t>
            </a:r>
          </a:p>
          <a:p>
            <a:r>
              <a:rPr lang="en-US" dirty="0"/>
              <a:t>Both men and women are accustomed to being nurturing, caring, and service-oriented </a:t>
            </a:r>
            <a:r>
              <a:rPr lang="en-US" i="1" dirty="0"/>
              <a:t>(Sweden, Norway, Denmark, Netherlands)</a:t>
            </a:r>
          </a:p>
          <a:p>
            <a:r>
              <a:rPr lang="en-US" dirty="0"/>
              <a:t>Performance, ambition, and competitiveness depends on situations/ circumstances</a:t>
            </a:r>
          </a:p>
          <a:p>
            <a:r>
              <a:rPr lang="en-US" dirty="0"/>
              <a:t>Both men and women are awarded for being empathic, assertive, argumentative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72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A2484-243B-8A00-C253-7F75DD364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00" y="466795"/>
            <a:ext cx="8911687" cy="536096"/>
          </a:xfrm>
        </p:spPr>
        <p:txBody>
          <a:bodyPr>
            <a:normAutofit fontScale="90000"/>
          </a:bodyPr>
          <a:lstStyle/>
          <a:p>
            <a:r>
              <a:rPr lang="en-US" dirty="0"/>
              <a:t>Long-Term/ Short-Term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E574E0-8E2B-5D17-EEFA-86E147A33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9" y="1307690"/>
            <a:ext cx="11533239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How a culture values patience in arriving at rewards in the future, or immediately in the here and now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Short-Term Oriented Cultures:</a:t>
            </a:r>
          </a:p>
          <a:p>
            <a:r>
              <a:rPr lang="en-US" dirty="0"/>
              <a:t>Tend to value rewards in here and now</a:t>
            </a:r>
          </a:p>
          <a:p>
            <a:r>
              <a:rPr lang="en-US" dirty="0"/>
              <a:t>Emphasize quick results</a:t>
            </a:r>
          </a:p>
          <a:p>
            <a:r>
              <a:rPr lang="en-US" dirty="0"/>
              <a:t>Fulfill social obligations</a:t>
            </a:r>
          </a:p>
          <a:p>
            <a:r>
              <a:rPr lang="en-US" dirty="0"/>
              <a:t>Get to the bottom line efficiently</a:t>
            </a:r>
          </a:p>
          <a:p>
            <a:r>
              <a:rPr lang="en-US" dirty="0"/>
              <a:t>Focus on the end results and how to achieve it quickly </a:t>
            </a:r>
          </a:p>
          <a:p>
            <a:r>
              <a:rPr lang="en-US" dirty="0"/>
              <a:t>Keep leisure time separate from working time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i="1" dirty="0"/>
              <a:t>(E.g., US, Pakistan, Russia, Canada, UK, Norway)</a:t>
            </a:r>
          </a:p>
        </p:txBody>
      </p:sp>
    </p:spTree>
    <p:extLst>
      <p:ext uri="{BB962C8B-B14F-4D97-AF65-F5344CB8AC3E}">
        <p14:creationId xmlns:p14="http://schemas.microsoft.com/office/powerpoint/2010/main" val="18210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A2484-243B-8A00-C253-7F75DD364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00" y="466795"/>
            <a:ext cx="8911687" cy="536096"/>
          </a:xfrm>
        </p:spPr>
        <p:txBody>
          <a:bodyPr>
            <a:normAutofit fontScale="90000"/>
          </a:bodyPr>
          <a:lstStyle/>
          <a:p>
            <a:r>
              <a:rPr lang="en-US" dirty="0"/>
              <a:t>Long-Term/ Short-Term Orientation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E574E0-8E2B-5D17-EEFA-86E147A33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9" y="1307689"/>
            <a:ext cx="11533239" cy="4886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Long-Term Oriented Cultures:</a:t>
            </a:r>
          </a:p>
          <a:p>
            <a:r>
              <a:rPr lang="en-US" dirty="0"/>
              <a:t>Rewards are linked to potential times after slow and steady perseverance</a:t>
            </a:r>
          </a:p>
          <a:p>
            <a:r>
              <a:rPr lang="en-US" dirty="0"/>
              <a:t>End results are mutually acceptable</a:t>
            </a:r>
          </a:p>
          <a:p>
            <a:r>
              <a:rPr lang="en-US" dirty="0"/>
              <a:t>Adaptability and honoring relations is more important than quick achieving of bottom line</a:t>
            </a:r>
          </a:p>
          <a:p>
            <a:r>
              <a:rPr lang="en-US" dirty="0"/>
              <a:t>Leisure time is not expected to be separate from working time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i="1" dirty="0"/>
              <a:t>(E.g., China, Japan, Hong Kong, Taiwan)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Understanding how cultures differ is critical as it helps us empathize and adapt our communication patterns accordingly (Kim, 2001; 2005; Kim &amp; McKay-</a:t>
            </a:r>
            <a:r>
              <a:rPr lang="en-US" i="1" dirty="0" err="1"/>
              <a:t>Semmler</a:t>
            </a:r>
            <a:r>
              <a:rPr lang="en-US" i="1" dirty="0"/>
              <a:t>, 2013)</a:t>
            </a:r>
          </a:p>
          <a:p>
            <a:pPr marL="0" indent="0">
              <a:buNone/>
            </a:pPr>
            <a:r>
              <a:rPr lang="en-US" i="1" dirty="0"/>
              <a:t>Practicing strong ethics, respect, and dignity is very helpful for cross-cultural adaptation</a:t>
            </a:r>
          </a:p>
          <a:p>
            <a:pPr marL="0" indent="0">
              <a:buNone/>
            </a:pPr>
            <a:endParaRPr lang="en-US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(Did you ever experience cross-cultural communication? If so, share your personal narrative)</a:t>
            </a:r>
          </a:p>
        </p:txBody>
      </p:sp>
    </p:spTree>
    <p:extLst>
      <p:ext uri="{BB962C8B-B14F-4D97-AF65-F5344CB8AC3E}">
        <p14:creationId xmlns:p14="http://schemas.microsoft.com/office/powerpoint/2010/main" val="596042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9B2EFA-BE11-480B-71C6-6EEA3382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89" y="306333"/>
            <a:ext cx="10402529" cy="549073"/>
          </a:xfrm>
        </p:spPr>
        <p:txBody>
          <a:bodyPr>
            <a:normAutofit/>
          </a:bodyPr>
          <a:lstStyle/>
          <a:p>
            <a:r>
              <a:rPr lang="en-US" sz="2500" b="1" dirty="0"/>
              <a:t>Potential Barriers to Intercultural Communication Competence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E02642-FF06-70A7-2E55-06D0244D5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865" y="1101213"/>
            <a:ext cx="10776152" cy="5450454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Anxiety –</a:t>
            </a:r>
            <a:r>
              <a:rPr lang="en-US" dirty="0"/>
              <a:t> discomfort while entering a cultural setting of unfamiliar norms/ practices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Assumed Similarity or Difference – </a:t>
            </a:r>
            <a:r>
              <a:rPr lang="en-US" dirty="0"/>
              <a:t>we tend to apply norms of our culture to new settings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Ethnocentrism –</a:t>
            </a:r>
            <a:r>
              <a:rPr lang="en-US" dirty="0"/>
              <a:t> the belief that one’s own culture is superior to others. Leads to attitudes of superiority and messages that are condescending in content and tone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Stereotyping – </a:t>
            </a:r>
            <a:r>
              <a:rPr lang="en-US" dirty="0"/>
              <a:t>a perceptual shortcut in which people assume that everyone in a cultural group is the same. Leads to inaccurate, and even unethical communication that damages our relationships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Incompatible Communication Codes – </a:t>
            </a:r>
            <a:r>
              <a:rPr lang="en-US" dirty="0"/>
              <a:t>when others speak in different languages than ours. Even when they speak the same language, cultural variation can bring incompatibility – US and UK English vocabulary and usage differences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Incompatible Norms and Values – </a:t>
            </a:r>
            <a:r>
              <a:rPr lang="en-US" dirty="0"/>
              <a:t>what is considered normal in one culture is offensive in another – e.g., food variety consumption in China and in other countries. Certain meats are not appropriate to eat in other cultures. One should be aware of and respect these differences</a:t>
            </a:r>
          </a:p>
        </p:txBody>
      </p:sp>
    </p:spTree>
    <p:extLst>
      <p:ext uri="{BB962C8B-B14F-4D97-AF65-F5344CB8AC3E}">
        <p14:creationId xmlns:p14="http://schemas.microsoft.com/office/powerpoint/2010/main" val="3118349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0CF2F9-9196-2FA2-CAE4-C091B71E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10443689" cy="490080"/>
          </a:xfrm>
        </p:spPr>
        <p:txBody>
          <a:bodyPr>
            <a:normAutofit/>
          </a:bodyPr>
          <a:lstStyle/>
          <a:p>
            <a:r>
              <a:rPr lang="en-US" sz="2400" b="1" dirty="0"/>
              <a:t>Developing Competent Intercultural Communication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5C643B-E2DA-4CA4-F0EF-8A7616E86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934065"/>
            <a:ext cx="8915400" cy="377762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Acquire Accurate Knowledge – </a:t>
            </a:r>
            <a:r>
              <a:rPr lang="en-US" dirty="0"/>
              <a:t>formal study, observation, immersion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Adopt an Appropriate Attitude – </a:t>
            </a:r>
            <a:r>
              <a:rPr lang="en-US" dirty="0"/>
              <a:t>be willing to adapt rather than expect the other person to adjust to your communication style. So, tolerate ambiguity, be open-minded, and be altruistic (display genuine and unselfish concern)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Develop Culture-Centered Skills – </a:t>
            </a:r>
            <a:r>
              <a:rPr lang="en-US" dirty="0"/>
              <a:t>adapt the basic communication skills: practice listening, practice intercultural empathy, develop flexibility in various communication settings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07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06769"/>
            <a:ext cx="8915400" cy="3777622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1. S. Pfeiffer, William George. </a:t>
            </a:r>
            <a:r>
              <a:rPr lang="en-US" i="1" dirty="0"/>
              <a:t>Technical Writing: A Practical Approach </a:t>
            </a:r>
            <a:r>
              <a:rPr lang="en-US" dirty="0"/>
              <a:t>(Englewood Cliffs, NJ: Prentice-Hall)</a:t>
            </a:r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2. </a:t>
            </a:r>
            <a:r>
              <a:rPr lang="en-US" dirty="0" err="1"/>
              <a:t>Bovee</a:t>
            </a:r>
            <a:r>
              <a:rPr lang="en-US" dirty="0"/>
              <a:t> &amp; Thill. (2016) </a:t>
            </a:r>
            <a:r>
              <a:rPr lang="en-US" i="1" dirty="0"/>
              <a:t>Business Communication Today 13</a:t>
            </a:r>
            <a:r>
              <a:rPr lang="en-US" i="1" baseline="30000" dirty="0"/>
              <a:t>th</a:t>
            </a:r>
            <a:r>
              <a:rPr lang="en-US" i="1" dirty="0"/>
              <a:t> Ed. </a:t>
            </a:r>
            <a:r>
              <a:rPr lang="en-US" dirty="0"/>
              <a:t>(</a:t>
            </a:r>
            <a:r>
              <a:rPr lang="en-US" sz="1600" dirty="0"/>
              <a:t>Prentice-Hall</a:t>
            </a:r>
            <a:r>
              <a:rPr lang="en-US" dirty="0"/>
              <a:t>)</a:t>
            </a:r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3. Communicate (13</a:t>
            </a:r>
            <a:r>
              <a:rPr lang="en-US" baseline="30000" dirty="0"/>
              <a:t>th</a:t>
            </a:r>
            <a:r>
              <a:rPr lang="en-US" dirty="0"/>
              <a:t> Edition)</a:t>
            </a:r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>
                <a:hlinkClick r:id="rId2"/>
              </a:rPr>
              <a:t>https://www.studocu.com/ph/document/university-of-southern-mindanao/english-grammar/oral-comm-module-3-4-intercultural-communication/23122047</a:t>
            </a:r>
            <a:endParaRPr lang="en-US" dirty="0"/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2106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2956</TotalTime>
  <Words>1735</Words>
  <Application>Microsoft Office PowerPoint</Application>
  <PresentationFormat>Widescreen</PresentationFormat>
  <Paragraphs>186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Courier New</vt:lpstr>
      <vt:lpstr>Microsoft Sans Serif</vt:lpstr>
      <vt:lpstr>Wingdings 3</vt:lpstr>
      <vt:lpstr>Wisp</vt:lpstr>
      <vt:lpstr>Intercultural Communication  Ch.3</vt:lpstr>
      <vt:lpstr>Learning Objectives</vt:lpstr>
      <vt:lpstr>What is Culture?</vt:lpstr>
      <vt:lpstr>INTERCULTURAL COMMUNICATION</vt:lpstr>
      <vt:lpstr>Dominant Cultures, Co-cultures, and Cultural Identity </vt:lpstr>
      <vt:lpstr>How Cultures Differ</vt:lpstr>
      <vt:lpstr>How Cultures Differ</vt:lpstr>
      <vt:lpstr>Individualism v/s Collectivism – how self-esteem affects</vt:lpstr>
      <vt:lpstr>Context</vt:lpstr>
      <vt:lpstr>Chronemics</vt:lpstr>
      <vt:lpstr>Uncertainty Avoidance </vt:lpstr>
      <vt:lpstr>Uncertainty Avoidance (Cont’d) </vt:lpstr>
      <vt:lpstr>Power Distance</vt:lpstr>
      <vt:lpstr>Masculinity/Femininity – the gender role influence on cultures</vt:lpstr>
      <vt:lpstr>Long-Term/ Short-Term Orientation</vt:lpstr>
      <vt:lpstr>Long-Term/ Short-Term Orientation (Cont’d)</vt:lpstr>
      <vt:lpstr>Potential Barriers to Intercultural Communication Competence</vt:lpstr>
      <vt:lpstr>Developing Competent Intercultural Communication Strategies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(SS-123) </dc:title>
  <dc:creator>Microsoft account</dc:creator>
  <cp:lastModifiedBy>Ali</cp:lastModifiedBy>
  <cp:revision>285</cp:revision>
  <dcterms:created xsi:type="dcterms:W3CDTF">2021-03-06T08:10:19Z</dcterms:created>
  <dcterms:modified xsi:type="dcterms:W3CDTF">2025-02-20T11:20:35Z</dcterms:modified>
</cp:coreProperties>
</file>