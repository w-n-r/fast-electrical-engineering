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Automation Industrial Challenges in Pakistan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Members:</a:t>
            </a:r>
          </a:p>
          <a:p>
            <a:r>
              <a:t>- [Your Name 1]</a:t>
            </a:r>
          </a:p>
          <a:p>
            <a:r>
              <a:t>- [Your Name 2]</a:t>
            </a:r>
          </a:p>
          <a:p>
            <a:r>
              <a:t>- [Your Name 3]</a:t>
            </a:r>
          </a:p>
          <a:p>
            <a:endParaRPr/>
          </a:p>
          <a:p>
            <a:r>
              <a:t>Section: [Your Section]</a:t>
            </a:r>
          </a:p>
          <a:p>
            <a:r>
              <a:t>Date: [Presentation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Industrial Automation</a:t>
            </a:r>
          </a:p>
          <a:p>
            <a:r>
              <a:t>2. Current Status in Pakistan</a:t>
            </a:r>
          </a:p>
          <a:p>
            <a:r>
              <a:t>3. Key Challenges</a:t>
            </a:r>
          </a:p>
          <a:p>
            <a:r>
              <a:t>4. Data &amp; Analysis</a:t>
            </a:r>
          </a:p>
          <a:p>
            <a:r>
              <a:t>5. Solutions &amp; Future Implications</a:t>
            </a:r>
          </a:p>
          <a:p>
            <a:r>
              <a:t>6. Conclusion</a:t>
            </a:r>
          </a:p>
          <a:p>
            <a:r>
              <a:t>7.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Industrial automation involves advanced technology in manufacturing and processes.</a:t>
            </a:r>
          </a:p>
          <a:p>
            <a:r>
              <a:t>• Pakistan’s industries are facing slow automation adoption.</a:t>
            </a:r>
          </a:p>
          <a:p>
            <a:r>
              <a:t>• The necessity:</a:t>
            </a:r>
          </a:p>
          <a:p>
            <a:r>
              <a:t>   - Global competitiveness</a:t>
            </a:r>
          </a:p>
          <a:p>
            <a:r>
              <a:t>   - Improved productivity and efficiency</a:t>
            </a:r>
          </a:p>
          <a:p>
            <a:r>
              <a:t>   - Sustainability and precision</a:t>
            </a:r>
          </a:p>
          <a:p>
            <a:r>
              <a:t>• Without automation, industries risk becoming obsolete.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&amp;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 penetration of automation technologies.</a:t>
            </a:r>
          </a:p>
          <a:p>
            <a:r>
              <a:t>• Challenges include:</a:t>
            </a:r>
          </a:p>
          <a:p>
            <a:r>
              <a:t>   - High initial investment</a:t>
            </a:r>
          </a:p>
          <a:p>
            <a:r>
              <a:t>   - Lack of skilled workforce</a:t>
            </a:r>
          </a:p>
          <a:p>
            <a:r>
              <a:t>   - Inadequate infrastructure and digitalization</a:t>
            </a:r>
          </a:p>
          <a:p>
            <a:r>
              <a:t>   - Resistance to change in traditional setups</a:t>
            </a:r>
          </a:p>
          <a:p>
            <a:r>
              <a:t>   - Lack of R&amp;D and innovation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Infographics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Only 10-15% of manufacturing units use advanced automation (Source: Engineering Development Board, Pakistan).</a:t>
            </a:r>
          </a:p>
          <a:p>
            <a:r>
              <a:t>• 80% of SMEs face difficulty integrating automation due to financial constraints.</a:t>
            </a:r>
          </a:p>
          <a:p>
            <a:r>
              <a:t>• Suggested infographic: Pie chart showing % industries with/without automation; Bar graph comparison with regional countries.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Pakistan risks losing export competitiveness.</a:t>
            </a:r>
          </a:p>
          <a:p>
            <a:r>
              <a:t>• High labor-intensive industries face quality control issues.</a:t>
            </a:r>
          </a:p>
          <a:p>
            <a:r>
              <a:t>• Benefits of automation:</a:t>
            </a:r>
          </a:p>
          <a:p>
            <a:r>
              <a:t>   - Increased production efficiency by up to 30%</a:t>
            </a:r>
          </a:p>
          <a:p>
            <a:r>
              <a:t>   - Improved product quality &amp; standardization</a:t>
            </a:r>
          </a:p>
          <a:p>
            <a:r>
              <a:t>   - Reduced waste and environmental impact</a:t>
            </a:r>
          </a:p>
          <a:p>
            <a:r>
              <a:t>• Government policies lack strong incentives for industrial automation adoption.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Solutions:</a:t>
            </a:r>
          </a:p>
          <a:p>
            <a:r>
              <a:t>• Tax relief and financial support for industrial automation investments</a:t>
            </a:r>
          </a:p>
          <a:p>
            <a:r>
              <a:t>• Technical training programs &amp; public-private partnerships</a:t>
            </a:r>
          </a:p>
          <a:p>
            <a:r>
              <a:t>• Policy-making focused on Industry 4.0 development</a:t>
            </a:r>
          </a:p>
          <a:p>
            <a:r>
              <a:t>• Promotion of local R&amp;D initiatives</a:t>
            </a:r>
          </a:p>
          <a:p>
            <a:endParaRPr/>
          </a:p>
          <a:p>
            <a:r>
              <a:t>Future Implications:</a:t>
            </a:r>
          </a:p>
          <a:p>
            <a:r>
              <a:t>• Enhanced exports</a:t>
            </a:r>
          </a:p>
          <a:p>
            <a:r>
              <a:t>• Economic growth through advanced industrial competitiveness</a:t>
            </a:r>
          </a:p>
          <a:p>
            <a:r>
              <a:t>• Stronger positioning in regional markets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&amp; Thanks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>
            <a:r>
              <a:t>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369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Automation Industrial Challenges in Pakistan</vt:lpstr>
      <vt:lpstr>Roadmap of the Presentation</vt:lpstr>
      <vt:lpstr>Introduction to the Problem</vt:lpstr>
      <vt:lpstr>Current Status &amp; Key Challenges</vt:lpstr>
      <vt:lpstr>Data &amp; Infographics</vt:lpstr>
      <vt:lpstr>Analysis &amp; Implications</vt:lpstr>
      <vt:lpstr>Conclusion &amp; Future Solutions</vt:lpstr>
      <vt:lpstr>Q&amp;A &amp; Thanks Note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</dc:creator>
  <cp:keywords/>
  <dc:description>generated using python-pptx</dc:description>
  <cp:lastModifiedBy>Sara Khan</cp:lastModifiedBy>
  <cp:revision>2</cp:revision>
  <dcterms:created xsi:type="dcterms:W3CDTF">2013-01-27T09:14:16Z</dcterms:created>
  <dcterms:modified xsi:type="dcterms:W3CDTF">2025-03-22T08:48:57Z</dcterms:modified>
  <cp:category/>
</cp:coreProperties>
</file>