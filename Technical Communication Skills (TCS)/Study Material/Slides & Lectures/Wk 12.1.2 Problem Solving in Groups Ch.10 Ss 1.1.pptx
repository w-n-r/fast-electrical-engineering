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sldIdLst>
    <p:sldId id="256" r:id="rId2"/>
    <p:sldId id="261" r:id="rId3"/>
    <p:sldId id="328" r:id="rId4"/>
    <p:sldId id="329" r:id="rId5"/>
    <p:sldId id="299" r:id="rId6"/>
    <p:sldId id="340" r:id="rId7"/>
    <p:sldId id="330" r:id="rId8"/>
    <p:sldId id="331" r:id="rId9"/>
    <p:sldId id="332" r:id="rId10"/>
    <p:sldId id="333" r:id="rId11"/>
    <p:sldId id="334" r:id="rId12"/>
    <p:sldId id="335" r:id="rId13"/>
    <p:sldId id="341" r:id="rId14"/>
    <p:sldId id="339" r:id="rId15"/>
    <p:sldId id="325" r:id="rId16"/>
    <p:sldId id="342" r:id="rId17"/>
    <p:sldId id="336" r:id="rId18"/>
    <p:sldId id="344" r:id="rId19"/>
    <p:sldId id="326" r:id="rId20"/>
    <p:sldId id="337" r:id="rId21"/>
    <p:sldId id="345" r:id="rId22"/>
    <p:sldId id="346" r:id="rId23"/>
    <p:sldId id="347" r:id="rId24"/>
    <p:sldId id="348" r:id="rId25"/>
    <p:sldId id="327" r:id="rId26"/>
    <p:sldId id="349" r:id="rId27"/>
    <p:sldId id="350" r:id="rId28"/>
    <p:sldId id="351" r:id="rId29"/>
    <p:sldId id="352" r:id="rId30"/>
    <p:sldId id="353" r:id="rId31"/>
    <p:sldId id="26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199B"/>
    <a:srgbClr val="7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B6E22F-990E-4433-BB47-6FA9DE9EE448}" v="89" dt="2024-04-05T15:23:04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5" autoAdjust="0"/>
    <p:restoredTop sz="94660"/>
  </p:normalViewPr>
  <p:slideViewPr>
    <p:cSldViewPr snapToGrid="0">
      <p:cViewPr varScale="1">
        <p:scale>
          <a:sx n="83" d="100"/>
          <a:sy n="83" d="100"/>
        </p:scale>
        <p:origin x="8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Muhammad Zulfiqar Ali" userId="c4b4daea-c3cd-4a1b-ae38-2a74107589dc" providerId="ADAL" clId="{D0B6E22F-990E-4433-BB47-6FA9DE9EE448}"/>
    <pc:docChg chg="undo custSel modSld">
      <pc:chgData name="Mr.Muhammad Zulfiqar Ali" userId="c4b4daea-c3cd-4a1b-ae38-2a74107589dc" providerId="ADAL" clId="{D0B6E22F-990E-4433-BB47-6FA9DE9EE448}" dt="2024-04-05T15:23:04.297" v="592"/>
      <pc:docMkLst>
        <pc:docMk/>
      </pc:docMkLst>
      <pc:sldChg chg="addSp delSp modSp mod setBg addAnim delAnim">
        <pc:chgData name="Mr.Muhammad Zulfiqar Ali" userId="c4b4daea-c3cd-4a1b-ae38-2a74107589dc" providerId="ADAL" clId="{D0B6E22F-990E-4433-BB47-6FA9DE9EE448}" dt="2024-04-05T15:23:04.297" v="592"/>
        <pc:sldMkLst>
          <pc:docMk/>
          <pc:sldMk cId="71137614" sldId="256"/>
        </pc:sldMkLst>
        <pc:spChg chg="mod">
          <ac:chgData name="Mr.Muhammad Zulfiqar Ali" userId="c4b4daea-c3cd-4a1b-ae38-2a74107589dc" providerId="ADAL" clId="{D0B6E22F-990E-4433-BB47-6FA9DE9EE448}" dt="2024-03-28T08:23:35.402" v="88" actId="1076"/>
          <ac:spMkLst>
            <pc:docMk/>
            <pc:sldMk cId="71137614" sldId="256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D0B6E22F-990E-4433-BB47-6FA9DE9EE448}" dt="2024-04-05T15:21:10.960" v="521" actId="20577"/>
          <ac:spMkLst>
            <pc:docMk/>
            <pc:sldMk cId="71137614" sldId="256"/>
            <ac:spMk id="3" creationId="{00000000-0000-0000-0000-000000000000}"/>
          </ac:spMkLst>
        </pc:spChg>
        <pc:spChg chg="add del">
          <ac:chgData name="Mr.Muhammad Zulfiqar Ali" userId="c4b4daea-c3cd-4a1b-ae38-2a74107589dc" providerId="ADAL" clId="{D0B6E22F-990E-4433-BB47-6FA9DE9EE448}" dt="2024-03-28T08:22:44.273" v="83" actId="26606"/>
          <ac:spMkLst>
            <pc:docMk/>
            <pc:sldMk cId="71137614" sldId="256"/>
            <ac:spMk id="9" creationId="{1FF9CEF5-A50D-4B8B-9852-D76F7037867E}"/>
          </ac:spMkLst>
        </pc:spChg>
        <pc:spChg chg="add del">
          <ac:chgData name="Mr.Muhammad Zulfiqar Ali" userId="c4b4daea-c3cd-4a1b-ae38-2a74107589dc" providerId="ADAL" clId="{D0B6E22F-990E-4433-BB47-6FA9DE9EE448}" dt="2024-03-28T08:22:44.273" v="83" actId="26606"/>
          <ac:spMkLst>
            <pc:docMk/>
            <pc:sldMk cId="71137614" sldId="256"/>
            <ac:spMk id="25" creationId="{30684D86-C9D1-40C3-A9B6-EC935C7312E3}"/>
          </ac:spMkLst>
        </pc:spChg>
        <pc:spChg chg="add del">
          <ac:chgData name="Mr.Muhammad Zulfiqar Ali" userId="c4b4daea-c3cd-4a1b-ae38-2a74107589dc" providerId="ADAL" clId="{D0B6E22F-990E-4433-BB47-6FA9DE9EE448}" dt="2024-03-28T08:22:44.273" v="83" actId="26606"/>
          <ac:spMkLst>
            <pc:docMk/>
            <pc:sldMk cId="71137614" sldId="256"/>
            <ac:spMk id="27" creationId="{1EDF7896-F56A-49DA-90F3-F5CE8B9833AD}"/>
          </ac:spMkLst>
        </pc:spChg>
        <pc:spChg chg="add">
          <ac:chgData name="Mr.Muhammad Zulfiqar Ali" userId="c4b4daea-c3cd-4a1b-ae38-2a74107589dc" providerId="ADAL" clId="{D0B6E22F-990E-4433-BB47-6FA9DE9EE448}" dt="2024-03-28T08:22:44.289" v="84" actId="26606"/>
          <ac:spMkLst>
            <pc:docMk/>
            <pc:sldMk cId="71137614" sldId="256"/>
            <ac:spMk id="38" creationId="{6D356F1A-690D-401E-8CF3-E4686CDFEC30}"/>
          </ac:spMkLst>
        </pc:spChg>
        <pc:spChg chg="add">
          <ac:chgData name="Mr.Muhammad Zulfiqar Ali" userId="c4b4daea-c3cd-4a1b-ae38-2a74107589dc" providerId="ADAL" clId="{D0B6E22F-990E-4433-BB47-6FA9DE9EE448}" dt="2024-03-28T08:22:44.289" v="84" actId="26606"/>
          <ac:spMkLst>
            <pc:docMk/>
            <pc:sldMk cId="71137614" sldId="256"/>
            <ac:spMk id="39" creationId="{8841A10E-0F0E-4596-8888-870D709254A7}"/>
          </ac:spMkLst>
        </pc:spChg>
        <pc:spChg chg="add">
          <ac:chgData name="Mr.Muhammad Zulfiqar Ali" userId="c4b4daea-c3cd-4a1b-ae38-2a74107589dc" providerId="ADAL" clId="{D0B6E22F-990E-4433-BB47-6FA9DE9EE448}" dt="2024-03-28T08:22:44.289" v="84" actId="26606"/>
          <ac:spMkLst>
            <pc:docMk/>
            <pc:sldMk cId="71137614" sldId="256"/>
            <ac:spMk id="41" creationId="{29B1E55C-E51F-4093-A2A8-137C3E9014D7}"/>
          </ac:spMkLst>
        </pc:spChg>
        <pc:grpChg chg="del mod">
          <ac:chgData name="Mr.Muhammad Zulfiqar Ali" userId="c4b4daea-c3cd-4a1b-ae38-2a74107589dc" providerId="ADAL" clId="{D0B6E22F-990E-4433-BB47-6FA9DE9EE448}" dt="2024-04-05T15:19:02.669" v="459"/>
          <ac:grpSpMkLst>
            <pc:docMk/>
            <pc:sldMk cId="71137614" sldId="256"/>
            <ac:grpSpMk id="8" creationId="{08B100AD-1957-0034-11EE-1E17E9320B25}"/>
          </ac:grpSpMkLst>
        </pc:grpChg>
        <pc:grpChg chg="add del">
          <ac:chgData name="Mr.Muhammad Zulfiqar Ali" userId="c4b4daea-c3cd-4a1b-ae38-2a74107589dc" providerId="ADAL" clId="{D0B6E22F-990E-4433-BB47-6FA9DE9EE448}" dt="2024-03-28T08:22:44.273" v="83" actId="26606"/>
          <ac:grpSpMkLst>
            <pc:docMk/>
            <pc:sldMk cId="71137614" sldId="256"/>
            <ac:grpSpMk id="11" creationId="{065753F1-EEE2-45ED-88A1-ECB4A495D0AD}"/>
          </ac:grpSpMkLst>
        </pc:grpChg>
        <pc:grpChg chg="del mod">
          <ac:chgData name="Mr.Muhammad Zulfiqar Ali" userId="c4b4daea-c3cd-4a1b-ae38-2a74107589dc" providerId="ADAL" clId="{D0B6E22F-990E-4433-BB47-6FA9DE9EE448}" dt="2024-04-05T15:19:09.745" v="462"/>
          <ac:grpSpMkLst>
            <pc:docMk/>
            <pc:sldMk cId="71137614" sldId="256"/>
            <ac:grpSpMk id="16" creationId="{90210AAD-EFA5-D070-B9CC-9008BACFD0BC}"/>
          </ac:grpSpMkLst>
        </pc:grpChg>
        <pc:grpChg chg="del mod">
          <ac:chgData name="Mr.Muhammad Zulfiqar Ali" userId="c4b4daea-c3cd-4a1b-ae38-2a74107589dc" providerId="ADAL" clId="{D0B6E22F-990E-4433-BB47-6FA9DE9EE448}" dt="2024-04-05T15:19:21.590" v="468"/>
          <ac:grpSpMkLst>
            <pc:docMk/>
            <pc:sldMk cId="71137614" sldId="256"/>
            <ac:grpSpMk id="19" creationId="{60836040-28D3-5FD7-C3BB-63CC25AF4FE3}"/>
          </ac:grpSpMkLst>
        </pc:grpChg>
        <pc:grpChg chg="add del mod">
          <ac:chgData name="Mr.Muhammad Zulfiqar Ali" userId="c4b4daea-c3cd-4a1b-ae38-2a74107589dc" providerId="ADAL" clId="{D0B6E22F-990E-4433-BB47-6FA9DE9EE448}" dt="2024-04-05T15:23:04.297" v="592"/>
          <ac:grpSpMkLst>
            <pc:docMk/>
            <pc:sldMk cId="71137614" sldId="256"/>
            <ac:grpSpMk id="25" creationId="{7F88E692-EFB9-BC5D-4625-E716F338872D}"/>
          </ac:grpSpMkLst>
        </pc:grpChg>
        <pc:grpChg chg="add">
          <ac:chgData name="Mr.Muhammad Zulfiqar Ali" userId="c4b4daea-c3cd-4a1b-ae38-2a74107589dc" providerId="ADAL" clId="{D0B6E22F-990E-4433-BB47-6FA9DE9EE448}" dt="2024-03-28T08:22:44.289" v="84" actId="26606"/>
          <ac:grpSpMkLst>
            <pc:docMk/>
            <pc:sldMk cId="71137614" sldId="256"/>
            <ac:grpSpMk id="40" creationId="{F398A7BA-9279-4363-9D59-238782AB6BB5}"/>
          </ac:grpSpMkLst>
        </pc:grpChg>
        <pc:grpChg chg="add">
          <ac:chgData name="Mr.Muhammad Zulfiqar Ali" userId="c4b4daea-c3cd-4a1b-ae38-2a74107589dc" providerId="ADAL" clId="{D0B6E22F-990E-4433-BB47-6FA9DE9EE448}" dt="2024-03-28T08:22:44.289" v="84" actId="26606"/>
          <ac:grpSpMkLst>
            <pc:docMk/>
            <pc:sldMk cId="71137614" sldId="256"/>
            <ac:grpSpMk id="54" creationId="{3B88DAD3-AF6F-4D6C-8512-7239A69A40DD}"/>
          </ac:grpSpMkLst>
        </pc:grpChg>
        <pc:grpChg chg="del mod">
          <ac:chgData name="Mr.Muhammad Zulfiqar Ali" userId="c4b4daea-c3cd-4a1b-ae38-2a74107589dc" providerId="ADAL" clId="{D0B6E22F-990E-4433-BB47-6FA9DE9EE448}" dt="2024-04-05T15:20:46.612" v="485"/>
          <ac:grpSpMkLst>
            <pc:docMk/>
            <pc:sldMk cId="71137614" sldId="256"/>
            <ac:grpSpMk id="60" creationId="{333E3BDE-710A-B88A-6891-2A877F3C2EDA}"/>
          </ac:grpSpMkLst>
        </pc:grpChg>
        <pc:picChg chg="add del">
          <ac:chgData name="Mr.Muhammad Zulfiqar Ali" userId="c4b4daea-c3cd-4a1b-ae38-2a74107589dc" providerId="ADAL" clId="{D0B6E22F-990E-4433-BB47-6FA9DE9EE448}" dt="2024-03-28T08:22:44.273" v="83" actId="26606"/>
          <ac:picMkLst>
            <pc:docMk/>
            <pc:sldMk cId="71137614" sldId="256"/>
            <ac:picMk id="5" creationId="{D763C7BA-87BB-E74A-3042-17D66985F71F}"/>
          </ac:picMkLst>
        </pc:picChg>
        <pc:picChg chg="add">
          <ac:chgData name="Mr.Muhammad Zulfiqar Ali" userId="c4b4daea-c3cd-4a1b-ae38-2a74107589dc" providerId="ADAL" clId="{D0B6E22F-990E-4433-BB47-6FA9DE9EE448}" dt="2024-03-28T08:22:44.289" v="84" actId="26606"/>
          <ac:picMkLst>
            <pc:docMk/>
            <pc:sldMk cId="71137614" sldId="256"/>
            <ac:picMk id="56" creationId="{ACF38816-EE53-8ECE-47D8-BD28849D801A}"/>
          </ac:picMkLst>
        </pc:picChg>
        <pc:inkChg chg="add del mod">
          <ac:chgData name="Mr.Muhammad Zulfiqar Ali" userId="c4b4daea-c3cd-4a1b-ae38-2a74107589dc" providerId="ADAL" clId="{D0B6E22F-990E-4433-BB47-6FA9DE9EE448}" dt="2024-04-05T15:23:04.297" v="592"/>
          <ac:inkMkLst>
            <pc:docMk/>
            <pc:sldMk cId="71137614" sldId="256"/>
            <ac:inkMk id="4" creationId="{74E81634-65EB-C26F-BC0A-F0290F59C36C}"/>
          </ac:inkMkLst>
        </pc:inkChg>
        <pc:inkChg chg="add mod">
          <ac:chgData name="Mr.Muhammad Zulfiqar Ali" userId="c4b4daea-c3cd-4a1b-ae38-2a74107589dc" providerId="ADAL" clId="{D0B6E22F-990E-4433-BB47-6FA9DE9EE448}" dt="2024-04-05T15:23:04.297" v="592"/>
          <ac:inkMkLst>
            <pc:docMk/>
            <pc:sldMk cId="71137614" sldId="256"/>
            <ac:inkMk id="5" creationId="{50745557-B9A4-20C1-5BF8-5CECB378CF61}"/>
          </ac:inkMkLst>
        </pc:inkChg>
        <pc:inkChg chg="add del mod">
          <ac:chgData name="Mr.Muhammad Zulfiqar Ali" userId="c4b4daea-c3cd-4a1b-ae38-2a74107589dc" providerId="ADAL" clId="{D0B6E22F-990E-4433-BB47-6FA9DE9EE448}" dt="2024-04-05T15:20:54.172" v="496"/>
          <ac:inkMkLst>
            <pc:docMk/>
            <pc:sldMk cId="71137614" sldId="256"/>
            <ac:inkMk id="6" creationId="{BECE92BB-982E-38D0-7036-F34F60B0D531}"/>
          </ac:inkMkLst>
        </pc:inkChg>
        <pc:inkChg chg="add del mod">
          <ac:chgData name="Mr.Muhammad Zulfiqar Ali" userId="c4b4daea-c3cd-4a1b-ae38-2a74107589dc" providerId="ADAL" clId="{D0B6E22F-990E-4433-BB47-6FA9DE9EE448}" dt="2024-04-05T15:20:53.778" v="495"/>
          <ac:inkMkLst>
            <pc:docMk/>
            <pc:sldMk cId="71137614" sldId="256"/>
            <ac:inkMk id="7" creationId="{9789E446-BEEE-37B3-2067-58C4C0FB8108}"/>
          </ac:inkMkLst>
        </pc:inkChg>
        <pc:inkChg chg="add del mod">
          <ac:chgData name="Mr.Muhammad Zulfiqar Ali" userId="c4b4daea-c3cd-4a1b-ae38-2a74107589dc" providerId="ADAL" clId="{D0B6E22F-990E-4433-BB47-6FA9DE9EE448}" dt="2024-04-05T15:20:48.878" v="490"/>
          <ac:inkMkLst>
            <pc:docMk/>
            <pc:sldMk cId="71137614" sldId="256"/>
            <ac:inkMk id="9" creationId="{43AACF10-2972-7B87-E32C-C93DDDFDD289}"/>
          </ac:inkMkLst>
        </pc:inkChg>
        <pc:inkChg chg="add del mod">
          <ac:chgData name="Mr.Muhammad Zulfiqar Ali" userId="c4b4daea-c3cd-4a1b-ae38-2a74107589dc" providerId="ADAL" clId="{D0B6E22F-990E-4433-BB47-6FA9DE9EE448}" dt="2024-04-05T15:20:48.409" v="488"/>
          <ac:inkMkLst>
            <pc:docMk/>
            <pc:sldMk cId="71137614" sldId="256"/>
            <ac:inkMk id="10" creationId="{5BEFE327-9E57-9FF2-3662-1B774B13B068}"/>
          </ac:inkMkLst>
        </pc:inkChg>
        <pc:inkChg chg="add del mod">
          <ac:chgData name="Mr.Muhammad Zulfiqar Ali" userId="c4b4daea-c3cd-4a1b-ae38-2a74107589dc" providerId="ADAL" clId="{D0B6E22F-990E-4433-BB47-6FA9DE9EE448}" dt="2024-04-05T15:20:47.862" v="487"/>
          <ac:inkMkLst>
            <pc:docMk/>
            <pc:sldMk cId="71137614" sldId="256"/>
            <ac:inkMk id="11" creationId="{B7B19A39-83C2-D4AC-6FBA-8693625AE682}"/>
          </ac:inkMkLst>
        </pc:inkChg>
        <pc:inkChg chg="add del mod">
          <ac:chgData name="Mr.Muhammad Zulfiqar Ali" userId="c4b4daea-c3cd-4a1b-ae38-2a74107589dc" providerId="ADAL" clId="{D0B6E22F-990E-4433-BB47-6FA9DE9EE448}" dt="2024-04-05T15:20:58.429" v="498"/>
          <ac:inkMkLst>
            <pc:docMk/>
            <pc:sldMk cId="71137614" sldId="256"/>
            <ac:inkMk id="12" creationId="{57E092F5-193F-2F8B-9068-72D7C648D1CD}"/>
          </ac:inkMkLst>
        </pc:inkChg>
        <pc:inkChg chg="add del mod">
          <ac:chgData name="Mr.Muhammad Zulfiqar Ali" userId="c4b4daea-c3cd-4a1b-ae38-2a74107589dc" providerId="ADAL" clId="{D0B6E22F-990E-4433-BB47-6FA9DE9EE448}" dt="2024-04-05T15:20:47.175" v="486"/>
          <ac:inkMkLst>
            <pc:docMk/>
            <pc:sldMk cId="71137614" sldId="256"/>
            <ac:inkMk id="13" creationId="{3C225D4E-1352-297D-6460-18A3033E0D17}"/>
          </ac:inkMkLst>
        </pc:inkChg>
        <pc:inkChg chg="add del mod">
          <ac:chgData name="Mr.Muhammad Zulfiqar Ali" userId="c4b4daea-c3cd-4a1b-ae38-2a74107589dc" providerId="ADAL" clId="{D0B6E22F-990E-4433-BB47-6FA9DE9EE448}" dt="2024-04-05T15:20:55.785" v="497"/>
          <ac:inkMkLst>
            <pc:docMk/>
            <pc:sldMk cId="71137614" sldId="256"/>
            <ac:inkMk id="14" creationId="{950D897A-2834-6295-904D-A874C927D076}"/>
          </ac:inkMkLst>
        </pc:inkChg>
        <pc:inkChg chg="add del mod">
          <ac:chgData name="Mr.Muhammad Zulfiqar Ali" userId="c4b4daea-c3cd-4a1b-ae38-2a74107589dc" providerId="ADAL" clId="{D0B6E22F-990E-4433-BB47-6FA9DE9EE448}" dt="2024-04-05T15:20:50.541" v="493"/>
          <ac:inkMkLst>
            <pc:docMk/>
            <pc:sldMk cId="71137614" sldId="256"/>
            <ac:inkMk id="15" creationId="{8BBA4653-4664-9443-525C-914103974068}"/>
          </ac:inkMkLst>
        </pc:inkChg>
        <pc:inkChg chg="add del mod">
          <ac:chgData name="Mr.Muhammad Zulfiqar Ali" userId="c4b4daea-c3cd-4a1b-ae38-2a74107589dc" providerId="ADAL" clId="{D0B6E22F-990E-4433-BB47-6FA9DE9EE448}" dt="2024-04-05T15:21:00.321" v="500"/>
          <ac:inkMkLst>
            <pc:docMk/>
            <pc:sldMk cId="71137614" sldId="256"/>
            <ac:inkMk id="17" creationId="{D7CB6E64-2987-A2AC-92CB-1694B6C8E9C0}"/>
          </ac:inkMkLst>
        </pc:inkChg>
        <pc:inkChg chg="add del mod">
          <ac:chgData name="Mr.Muhammad Zulfiqar Ali" userId="c4b4daea-c3cd-4a1b-ae38-2a74107589dc" providerId="ADAL" clId="{D0B6E22F-990E-4433-BB47-6FA9DE9EE448}" dt="2024-04-05T15:20:49.176" v="492"/>
          <ac:inkMkLst>
            <pc:docMk/>
            <pc:sldMk cId="71137614" sldId="256"/>
            <ac:inkMk id="18" creationId="{F24E9CBA-1FFA-C51D-AFB7-491D66943E0D}"/>
          </ac:inkMkLst>
        </pc:inkChg>
        <pc:inkChg chg="add del mod">
          <ac:chgData name="Mr.Muhammad Zulfiqar Ali" userId="c4b4daea-c3cd-4a1b-ae38-2a74107589dc" providerId="ADAL" clId="{D0B6E22F-990E-4433-BB47-6FA9DE9EE448}" dt="2024-04-05T15:20:48.878" v="491"/>
          <ac:inkMkLst>
            <pc:docMk/>
            <pc:sldMk cId="71137614" sldId="256"/>
            <ac:inkMk id="20" creationId="{FD5240A2-AEC3-C5BB-9B53-34ABE7C3F6C5}"/>
          </ac:inkMkLst>
        </pc:inkChg>
        <pc:inkChg chg="add del mod">
          <ac:chgData name="Mr.Muhammad Zulfiqar Ali" userId="c4b4daea-c3cd-4a1b-ae38-2a74107589dc" providerId="ADAL" clId="{D0B6E22F-990E-4433-BB47-6FA9DE9EE448}" dt="2024-04-05T15:20:58.429" v="499"/>
          <ac:inkMkLst>
            <pc:docMk/>
            <pc:sldMk cId="71137614" sldId="256"/>
            <ac:inkMk id="21" creationId="{B046B85F-A4D9-6C51-AAD2-92D8337097F0}"/>
          </ac:inkMkLst>
        </pc:inkChg>
        <pc:inkChg chg="add del mod">
          <ac:chgData name="Mr.Muhammad Zulfiqar Ali" userId="c4b4daea-c3cd-4a1b-ae38-2a74107589dc" providerId="ADAL" clId="{D0B6E22F-990E-4433-BB47-6FA9DE9EE448}" dt="2024-04-05T15:21:31.980" v="522"/>
          <ac:inkMkLst>
            <pc:docMk/>
            <pc:sldMk cId="71137614" sldId="256"/>
            <ac:inkMk id="22" creationId="{1728C201-E2E3-3C7C-3462-48B718FC3C50}"/>
          </ac:inkMkLst>
        </pc:inkChg>
        <pc:inkChg chg="add del mod">
          <ac:chgData name="Mr.Muhammad Zulfiqar Ali" userId="c4b4daea-c3cd-4a1b-ae38-2a74107589dc" providerId="ADAL" clId="{D0B6E22F-990E-4433-BB47-6FA9DE9EE448}" dt="2024-04-05T15:21:32.955" v="523"/>
          <ac:inkMkLst>
            <pc:docMk/>
            <pc:sldMk cId="71137614" sldId="256"/>
            <ac:inkMk id="23" creationId="{F23C5C91-1A41-1ACF-26C1-FE7F3E3DFD56}"/>
          </ac:inkMkLst>
        </pc:inkChg>
        <pc:inkChg chg="add del mod">
          <ac:chgData name="Mr.Muhammad Zulfiqar Ali" userId="c4b4daea-c3cd-4a1b-ae38-2a74107589dc" providerId="ADAL" clId="{D0B6E22F-990E-4433-BB47-6FA9DE9EE448}" dt="2024-04-05T15:21:34.069" v="524"/>
          <ac:inkMkLst>
            <pc:docMk/>
            <pc:sldMk cId="71137614" sldId="256"/>
            <ac:inkMk id="24" creationId="{DC76298E-642B-C37A-8123-084304F1D58D}"/>
          </ac:inkMkLst>
        </pc:inkChg>
        <pc:inkChg chg="add del mod">
          <ac:chgData name="Mr.Muhammad Zulfiqar Ali" userId="c4b4daea-c3cd-4a1b-ae38-2a74107589dc" providerId="ADAL" clId="{D0B6E22F-990E-4433-BB47-6FA9DE9EE448}" dt="2024-04-05T15:20:44.603" v="483"/>
          <ac:inkMkLst>
            <pc:docMk/>
            <pc:sldMk cId="71137614" sldId="256"/>
            <ac:inkMk id="27" creationId="{E672E31F-FB7B-C0B6-B278-EBF32EA77FC9}"/>
          </ac:inkMkLst>
        </pc:inkChg>
        <pc:inkChg chg="add del mod">
          <ac:chgData name="Mr.Muhammad Zulfiqar Ali" userId="c4b4daea-c3cd-4a1b-ae38-2a74107589dc" providerId="ADAL" clId="{D0B6E22F-990E-4433-BB47-6FA9DE9EE448}" dt="2024-04-05T15:20:46.174" v="484"/>
          <ac:inkMkLst>
            <pc:docMk/>
            <pc:sldMk cId="71137614" sldId="256"/>
            <ac:inkMk id="57" creationId="{F5D67EBE-08A0-D302-A04A-20D0E49DB477}"/>
          </ac:inkMkLst>
        </pc:inkChg>
        <pc:inkChg chg="add del mod">
          <ac:chgData name="Mr.Muhammad Zulfiqar Ali" userId="c4b4daea-c3cd-4a1b-ae38-2a74107589dc" providerId="ADAL" clId="{D0B6E22F-990E-4433-BB47-6FA9DE9EE448}" dt="2024-04-05T15:20:46.612" v="485"/>
          <ac:inkMkLst>
            <pc:docMk/>
            <pc:sldMk cId="71137614" sldId="256"/>
            <ac:inkMk id="58" creationId="{D50137ED-0CCC-D10A-B4AC-22AE81D9F200}"/>
          </ac:inkMkLst>
        </pc:inkChg>
        <pc:inkChg chg="add del mod">
          <ac:chgData name="Mr.Muhammad Zulfiqar Ali" userId="c4b4daea-c3cd-4a1b-ae38-2a74107589dc" providerId="ADAL" clId="{D0B6E22F-990E-4433-BB47-6FA9DE9EE448}" dt="2024-04-05T15:20:52.506" v="494"/>
          <ac:inkMkLst>
            <pc:docMk/>
            <pc:sldMk cId="71137614" sldId="256"/>
            <ac:inkMk id="59" creationId="{73901DE6-A9D7-856D-F2DB-9AC784CECB58}"/>
          </ac:inkMkLst>
        </pc:inkChg>
        <pc:inkChg chg="add del">
          <ac:chgData name="Mr.Muhammad Zulfiqar Ali" userId="c4b4daea-c3cd-4a1b-ae38-2a74107589dc" providerId="ADAL" clId="{D0B6E22F-990E-4433-BB47-6FA9DE9EE448}" dt="2024-04-05T15:20:48.659" v="489"/>
          <ac:inkMkLst>
            <pc:docMk/>
            <pc:sldMk cId="71137614" sldId="256"/>
            <ac:inkMk id="61" creationId="{90144746-7CBC-3840-F460-F14A1F2FEBA7}"/>
          </ac:inkMkLst>
        </pc:inkChg>
      </pc:sldChg>
      <pc:sldChg chg="modSp mod">
        <pc:chgData name="Mr.Muhammad Zulfiqar Ali" userId="c4b4daea-c3cd-4a1b-ae38-2a74107589dc" providerId="ADAL" clId="{D0B6E22F-990E-4433-BB47-6FA9DE9EE448}" dt="2024-03-28T08:24:33.031" v="91" actId="33524"/>
        <pc:sldMkLst>
          <pc:docMk/>
          <pc:sldMk cId="302147082" sldId="261"/>
        </pc:sldMkLst>
        <pc:spChg chg="mod">
          <ac:chgData name="Mr.Muhammad Zulfiqar Ali" userId="c4b4daea-c3cd-4a1b-ae38-2a74107589dc" providerId="ADAL" clId="{D0B6E22F-990E-4433-BB47-6FA9DE9EE448}" dt="2024-03-28T08:24:33.031" v="91" actId="33524"/>
          <ac:spMkLst>
            <pc:docMk/>
            <pc:sldMk cId="302147082" sldId="261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D0B6E22F-990E-4433-BB47-6FA9DE9EE448}" dt="2024-03-28T08:54:45.722" v="446" actId="27636"/>
        <pc:sldMkLst>
          <pc:docMk/>
          <pc:sldMk cId="2342004747" sldId="275"/>
        </pc:sldMkLst>
        <pc:spChg chg="mod">
          <ac:chgData name="Mr.Muhammad Zulfiqar Ali" userId="c4b4daea-c3cd-4a1b-ae38-2a74107589dc" providerId="ADAL" clId="{D0B6E22F-990E-4433-BB47-6FA9DE9EE448}" dt="2024-03-28T08:54:16.110" v="428" actId="207"/>
          <ac:spMkLst>
            <pc:docMk/>
            <pc:sldMk cId="2342004747" sldId="275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D0B6E22F-990E-4433-BB47-6FA9DE9EE448}" dt="2024-03-28T08:54:45.722" v="446" actId="27636"/>
          <ac:spMkLst>
            <pc:docMk/>
            <pc:sldMk cId="2342004747" sldId="275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D0B6E22F-990E-4433-BB47-6FA9DE9EE448}" dt="2024-03-28T08:31:52.470" v="156" actId="1076"/>
        <pc:sldMkLst>
          <pc:docMk/>
          <pc:sldMk cId="2185388950" sldId="299"/>
        </pc:sldMkLst>
        <pc:spChg chg="mod">
          <ac:chgData name="Mr.Muhammad Zulfiqar Ali" userId="c4b4daea-c3cd-4a1b-ae38-2a74107589dc" providerId="ADAL" clId="{D0B6E22F-990E-4433-BB47-6FA9DE9EE448}" dt="2024-03-28T08:31:09.159" v="142" actId="14100"/>
          <ac:spMkLst>
            <pc:docMk/>
            <pc:sldMk cId="2185388950" sldId="299"/>
            <ac:spMk id="3" creationId="{00000000-0000-0000-0000-000000000000}"/>
          </ac:spMkLst>
        </pc:spChg>
        <pc:spChg chg="mod">
          <ac:chgData name="Mr.Muhammad Zulfiqar Ali" userId="c4b4daea-c3cd-4a1b-ae38-2a74107589dc" providerId="ADAL" clId="{D0B6E22F-990E-4433-BB47-6FA9DE9EE448}" dt="2024-03-28T08:31:52.470" v="156" actId="1076"/>
          <ac:spMkLst>
            <pc:docMk/>
            <pc:sldMk cId="2185388950" sldId="299"/>
            <ac:spMk id="4" creationId="{00000000-0000-0000-0000-000000000000}"/>
          </ac:spMkLst>
        </pc:spChg>
      </pc:sldChg>
      <pc:sldChg chg="modSp mod">
        <pc:chgData name="Mr.Muhammad Zulfiqar Ali" userId="c4b4daea-c3cd-4a1b-ae38-2a74107589dc" providerId="ADAL" clId="{D0B6E22F-990E-4433-BB47-6FA9DE9EE448}" dt="2024-03-28T08:42:29.398" v="226" actId="14100"/>
        <pc:sldMkLst>
          <pc:docMk/>
          <pc:sldMk cId="1241354609" sldId="326"/>
        </pc:sldMkLst>
        <pc:spChg chg="mod">
          <ac:chgData name="Mr.Muhammad Zulfiqar Ali" userId="c4b4daea-c3cd-4a1b-ae38-2a74107589dc" providerId="ADAL" clId="{D0B6E22F-990E-4433-BB47-6FA9DE9EE448}" dt="2024-03-28T08:42:29.398" v="226" actId="14100"/>
          <ac:spMkLst>
            <pc:docMk/>
            <pc:sldMk cId="1241354609" sldId="326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D0B6E22F-990E-4433-BB47-6FA9DE9EE448}" dt="2024-03-28T08:48:07.003" v="320" actId="14100"/>
        <pc:sldMkLst>
          <pc:docMk/>
          <pc:sldMk cId="3149567719" sldId="327"/>
        </pc:sldMkLst>
        <pc:spChg chg="mod">
          <ac:chgData name="Mr.Muhammad Zulfiqar Ali" userId="c4b4daea-c3cd-4a1b-ae38-2a74107589dc" providerId="ADAL" clId="{D0B6E22F-990E-4433-BB47-6FA9DE9EE448}" dt="2024-03-28T08:48:07.003" v="320" actId="14100"/>
          <ac:spMkLst>
            <pc:docMk/>
            <pc:sldMk cId="3149567719" sldId="327"/>
            <ac:spMk id="3" creationId="{00000000-0000-0000-0000-000000000000}"/>
          </ac:spMkLst>
        </pc:spChg>
      </pc:sldChg>
      <pc:sldChg chg="addSp delSp modSp mod setBg">
        <pc:chgData name="Mr.Muhammad Zulfiqar Ali" userId="c4b4daea-c3cd-4a1b-ae38-2a74107589dc" providerId="ADAL" clId="{D0B6E22F-990E-4433-BB47-6FA9DE9EE448}" dt="2024-03-28T08:28:38.929" v="135" actId="20577"/>
        <pc:sldMkLst>
          <pc:docMk/>
          <pc:sldMk cId="1495137775" sldId="328"/>
        </pc:sldMkLst>
        <pc:spChg chg="del mod">
          <ac:chgData name="Mr.Muhammad Zulfiqar Ali" userId="c4b4daea-c3cd-4a1b-ae38-2a74107589dc" providerId="ADAL" clId="{D0B6E22F-990E-4433-BB47-6FA9DE9EE448}" dt="2024-03-28T08:26:30.547" v="93" actId="26606"/>
          <ac:spMkLst>
            <pc:docMk/>
            <pc:sldMk cId="1495137775" sldId="328"/>
            <ac:spMk id="3" creationId="{00000000-0000-0000-0000-000000000000}"/>
          </ac:spMkLst>
        </pc:spChg>
        <pc:spChg chg="add">
          <ac:chgData name="Mr.Muhammad Zulfiqar Ali" userId="c4b4daea-c3cd-4a1b-ae38-2a74107589dc" providerId="ADAL" clId="{D0B6E22F-990E-4433-BB47-6FA9DE9EE448}" dt="2024-03-28T08:26:30.547" v="93" actId="26606"/>
          <ac:spMkLst>
            <pc:docMk/>
            <pc:sldMk cId="1495137775" sldId="328"/>
            <ac:spMk id="9" creationId="{F966DD2F-FBF5-41CE-A3F4-565352D95DC3}"/>
          </ac:spMkLst>
        </pc:spChg>
        <pc:spChg chg="add">
          <ac:chgData name="Mr.Muhammad Zulfiqar Ali" userId="c4b4daea-c3cd-4a1b-ae38-2a74107589dc" providerId="ADAL" clId="{D0B6E22F-990E-4433-BB47-6FA9DE9EE448}" dt="2024-03-28T08:26:30.547" v="93" actId="26606"/>
          <ac:spMkLst>
            <pc:docMk/>
            <pc:sldMk cId="1495137775" sldId="328"/>
            <ac:spMk id="11" creationId="{F46FCE2B-F2D2-466E-B0AA-8E341DB4981E}"/>
          </ac:spMkLst>
        </pc:spChg>
        <pc:spChg chg="add">
          <ac:chgData name="Mr.Muhammad Zulfiqar Ali" userId="c4b4daea-c3cd-4a1b-ae38-2a74107589dc" providerId="ADAL" clId="{D0B6E22F-990E-4433-BB47-6FA9DE9EE448}" dt="2024-03-28T08:26:30.547" v="93" actId="26606"/>
          <ac:spMkLst>
            <pc:docMk/>
            <pc:sldMk cId="1495137775" sldId="328"/>
            <ac:spMk id="13" creationId="{2BD31C98-199A-4722-A1A5-4393A43E740B}"/>
          </ac:spMkLst>
        </pc:spChg>
        <pc:graphicFrameChg chg="add mod modGraphic">
          <ac:chgData name="Mr.Muhammad Zulfiqar Ali" userId="c4b4daea-c3cd-4a1b-ae38-2a74107589dc" providerId="ADAL" clId="{D0B6E22F-990E-4433-BB47-6FA9DE9EE448}" dt="2024-03-28T08:28:38.929" v="135" actId="20577"/>
          <ac:graphicFrameMkLst>
            <pc:docMk/>
            <pc:sldMk cId="1495137775" sldId="328"/>
            <ac:graphicFrameMk id="5" creationId="{54066CF6-1DB2-B6B9-8389-5A72359370CC}"/>
          </ac:graphicFrameMkLst>
        </pc:graphicFrameChg>
      </pc:sldChg>
      <pc:sldChg chg="addSp delSp modSp mod">
        <pc:chgData name="Mr.Muhammad Zulfiqar Ali" userId="c4b4daea-c3cd-4a1b-ae38-2a74107589dc" providerId="ADAL" clId="{D0B6E22F-990E-4433-BB47-6FA9DE9EE448}" dt="2024-04-05T15:23:04.130" v="591" actId="9405"/>
        <pc:sldMkLst>
          <pc:docMk/>
          <pc:sldMk cId="2855968213" sldId="329"/>
        </pc:sldMkLst>
        <pc:spChg chg="mod">
          <ac:chgData name="Mr.Muhammad Zulfiqar Ali" userId="c4b4daea-c3cd-4a1b-ae38-2a74107589dc" providerId="ADAL" clId="{D0B6E22F-990E-4433-BB47-6FA9DE9EE448}" dt="2024-03-28T08:29:07.850" v="136" actId="33524"/>
          <ac:spMkLst>
            <pc:docMk/>
            <pc:sldMk cId="2855968213" sldId="329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D0B6E22F-990E-4433-BB47-6FA9DE9EE448}" dt="2024-03-28T08:30:17.632" v="140" actId="14100"/>
          <ac:spMkLst>
            <pc:docMk/>
            <pc:sldMk cId="2855968213" sldId="329"/>
            <ac:spMk id="3" creationId="{00000000-0000-0000-0000-000000000000}"/>
          </ac:spMkLst>
        </pc:spChg>
        <pc:grpChg chg="add del mod">
          <ac:chgData name="Mr.Muhammad Zulfiqar Ali" userId="c4b4daea-c3cd-4a1b-ae38-2a74107589dc" providerId="ADAL" clId="{D0B6E22F-990E-4433-BB47-6FA9DE9EE448}" dt="2024-04-05T15:22:33.489" v="548"/>
          <ac:grpSpMkLst>
            <pc:docMk/>
            <pc:sldMk cId="2855968213" sldId="329"/>
            <ac:grpSpMk id="8" creationId="{9405D738-E57F-5E1E-DE7A-60333CE1DCD6}"/>
          </ac:grpSpMkLst>
        </pc:grpChg>
        <pc:grpChg chg="mod">
          <ac:chgData name="Mr.Muhammad Zulfiqar Ali" userId="c4b4daea-c3cd-4a1b-ae38-2a74107589dc" providerId="ADAL" clId="{D0B6E22F-990E-4433-BB47-6FA9DE9EE448}" dt="2024-04-05T15:22:31.864" v="540"/>
          <ac:grpSpMkLst>
            <pc:docMk/>
            <pc:sldMk cId="2855968213" sldId="329"/>
            <ac:grpSpMk id="16" creationId="{7FB80177-4A7A-E19E-7CBB-EA734C6F2139}"/>
          </ac:grpSpMkLst>
        </pc:grpChg>
        <pc:grpChg chg="mod">
          <ac:chgData name="Mr.Muhammad Zulfiqar Ali" userId="c4b4daea-c3cd-4a1b-ae38-2a74107589dc" providerId="ADAL" clId="{D0B6E22F-990E-4433-BB47-6FA9DE9EE448}" dt="2024-04-05T15:23:01.256" v="573"/>
          <ac:grpSpMkLst>
            <pc:docMk/>
            <pc:sldMk cId="2855968213" sldId="329"/>
            <ac:grpSpMk id="36" creationId="{EA04C001-DDE1-7AE3-6AB1-F556BD3A169B}"/>
          </ac:grpSpMkLst>
        </pc:grpChg>
        <pc:inkChg chg="add del mod">
          <ac:chgData name="Mr.Muhammad Zulfiqar Ali" userId="c4b4daea-c3cd-4a1b-ae38-2a74107589dc" providerId="ADAL" clId="{D0B6E22F-990E-4433-BB47-6FA9DE9EE448}" dt="2024-04-05T15:22:34.936" v="551" actId="9405"/>
          <ac:inkMkLst>
            <pc:docMk/>
            <pc:sldMk cId="2855968213" sldId="329"/>
            <ac:inkMk id="4" creationId="{4CBDF859-0C75-1ED2-67AA-5ABEC7DB9939}"/>
          </ac:inkMkLst>
        </pc:inkChg>
        <pc:inkChg chg="add del mod">
          <ac:chgData name="Mr.Muhammad Zulfiqar Ali" userId="c4b4daea-c3cd-4a1b-ae38-2a74107589dc" providerId="ADAL" clId="{D0B6E22F-990E-4433-BB47-6FA9DE9EE448}" dt="2024-04-05T15:22:34.520" v="550" actId="9405"/>
          <ac:inkMkLst>
            <pc:docMk/>
            <pc:sldMk cId="2855968213" sldId="329"/>
            <ac:inkMk id="5" creationId="{60FF7F99-4D62-B498-046C-54EDB69057B2}"/>
          </ac:inkMkLst>
        </pc:inkChg>
        <pc:inkChg chg="add del mod">
          <ac:chgData name="Mr.Muhammad Zulfiqar Ali" userId="c4b4daea-c3cd-4a1b-ae38-2a74107589dc" providerId="ADAL" clId="{D0B6E22F-990E-4433-BB47-6FA9DE9EE448}" dt="2024-04-05T15:22:33.895" v="549" actId="9405"/>
          <ac:inkMkLst>
            <pc:docMk/>
            <pc:sldMk cId="2855968213" sldId="329"/>
            <ac:inkMk id="6" creationId="{4D834D17-2A30-2580-473E-384175640C4B}"/>
          </ac:inkMkLst>
        </pc:inkChg>
        <pc:inkChg chg="add del mod">
          <ac:chgData name="Mr.Muhammad Zulfiqar Ali" userId="c4b4daea-c3cd-4a1b-ae38-2a74107589dc" providerId="ADAL" clId="{D0B6E22F-990E-4433-BB47-6FA9DE9EE448}" dt="2024-04-05T15:22:33.489" v="548"/>
          <ac:inkMkLst>
            <pc:docMk/>
            <pc:sldMk cId="2855968213" sldId="329"/>
            <ac:inkMk id="7" creationId="{87BF46BC-408C-A0C2-C970-39B48C86710D}"/>
          </ac:inkMkLst>
        </pc:inkChg>
        <pc:inkChg chg="add del mod">
          <ac:chgData name="Mr.Muhammad Zulfiqar Ali" userId="c4b4daea-c3cd-4a1b-ae38-2a74107589dc" providerId="ADAL" clId="{D0B6E22F-990E-4433-BB47-6FA9DE9EE448}" dt="2024-04-05T15:22:33.317" v="546" actId="9405"/>
          <ac:inkMkLst>
            <pc:docMk/>
            <pc:sldMk cId="2855968213" sldId="329"/>
            <ac:inkMk id="9" creationId="{7E20DB3D-FF62-5806-FC45-972DF3B275D3}"/>
          </ac:inkMkLst>
        </pc:inkChg>
        <pc:inkChg chg="add del mod">
          <ac:chgData name="Mr.Muhammad Zulfiqar Ali" userId="c4b4daea-c3cd-4a1b-ae38-2a74107589dc" providerId="ADAL" clId="{D0B6E22F-990E-4433-BB47-6FA9DE9EE448}" dt="2024-04-05T15:22:33.177" v="545" actId="9405"/>
          <ac:inkMkLst>
            <pc:docMk/>
            <pc:sldMk cId="2855968213" sldId="329"/>
            <ac:inkMk id="10" creationId="{CF09FB97-AD2A-A6AE-3EF1-819DD0D3A42A}"/>
          </ac:inkMkLst>
        </pc:inkChg>
        <pc:inkChg chg="add del mod">
          <ac:chgData name="Mr.Muhammad Zulfiqar Ali" userId="c4b4daea-c3cd-4a1b-ae38-2a74107589dc" providerId="ADAL" clId="{D0B6E22F-990E-4433-BB47-6FA9DE9EE448}" dt="2024-04-05T15:22:32.943" v="544" actId="9405"/>
          <ac:inkMkLst>
            <pc:docMk/>
            <pc:sldMk cId="2855968213" sldId="329"/>
            <ac:inkMk id="11" creationId="{DF399D46-5258-289D-B16B-ADD8C312AC49}"/>
          </ac:inkMkLst>
        </pc:inkChg>
        <pc:inkChg chg="add del mod">
          <ac:chgData name="Mr.Muhammad Zulfiqar Ali" userId="c4b4daea-c3cd-4a1b-ae38-2a74107589dc" providerId="ADAL" clId="{D0B6E22F-990E-4433-BB47-6FA9DE9EE448}" dt="2024-04-05T15:22:32.724" v="543" actId="9405"/>
          <ac:inkMkLst>
            <pc:docMk/>
            <pc:sldMk cId="2855968213" sldId="329"/>
            <ac:inkMk id="12" creationId="{1C9201B4-304A-5600-FA71-CAF1D002F985}"/>
          </ac:inkMkLst>
        </pc:inkChg>
        <pc:inkChg chg="add del mod">
          <ac:chgData name="Mr.Muhammad Zulfiqar Ali" userId="c4b4daea-c3cd-4a1b-ae38-2a74107589dc" providerId="ADAL" clId="{D0B6E22F-990E-4433-BB47-6FA9DE9EE448}" dt="2024-04-05T15:22:32.505" v="542" actId="9405"/>
          <ac:inkMkLst>
            <pc:docMk/>
            <pc:sldMk cId="2855968213" sldId="329"/>
            <ac:inkMk id="13" creationId="{1AAF60A6-E893-9D85-12BE-46DAD5CC0C09}"/>
          </ac:inkMkLst>
        </pc:inkChg>
        <pc:inkChg chg="add del mod">
          <ac:chgData name="Mr.Muhammad Zulfiqar Ali" userId="c4b4daea-c3cd-4a1b-ae38-2a74107589dc" providerId="ADAL" clId="{D0B6E22F-990E-4433-BB47-6FA9DE9EE448}" dt="2024-04-05T15:22:32.286" v="541" actId="9405"/>
          <ac:inkMkLst>
            <pc:docMk/>
            <pc:sldMk cId="2855968213" sldId="329"/>
            <ac:inkMk id="14" creationId="{F5EB44C1-8D00-DDC5-7A93-817C2DF26199}"/>
          </ac:inkMkLst>
        </pc:inkChg>
        <pc:inkChg chg="add del mod">
          <ac:chgData name="Mr.Muhammad Zulfiqar Ali" userId="c4b4daea-c3cd-4a1b-ae38-2a74107589dc" providerId="ADAL" clId="{D0B6E22F-990E-4433-BB47-6FA9DE9EE448}" dt="2024-04-05T15:22:31.864" v="540"/>
          <ac:inkMkLst>
            <pc:docMk/>
            <pc:sldMk cId="2855968213" sldId="329"/>
            <ac:inkMk id="15" creationId="{A1E186A8-FFEB-5EDC-091A-652261B5E4B5}"/>
          </ac:inkMkLst>
        </pc:inkChg>
        <pc:inkChg chg="add del mod">
          <ac:chgData name="Mr.Muhammad Zulfiqar Ali" userId="c4b4daea-c3cd-4a1b-ae38-2a74107589dc" providerId="ADAL" clId="{D0B6E22F-990E-4433-BB47-6FA9DE9EE448}" dt="2024-04-05T15:23:04.130" v="591" actId="9405"/>
          <ac:inkMkLst>
            <pc:docMk/>
            <pc:sldMk cId="2855968213" sldId="329"/>
            <ac:inkMk id="17" creationId="{23AEB7FB-8768-3A0F-7600-09CBAE527EFE}"/>
          </ac:inkMkLst>
        </pc:inkChg>
        <pc:inkChg chg="add del mod">
          <ac:chgData name="Mr.Muhammad Zulfiqar Ali" userId="c4b4daea-c3cd-4a1b-ae38-2a74107589dc" providerId="ADAL" clId="{D0B6E22F-990E-4433-BB47-6FA9DE9EE448}" dt="2024-04-05T15:23:03.990" v="590" actId="9405"/>
          <ac:inkMkLst>
            <pc:docMk/>
            <pc:sldMk cId="2855968213" sldId="329"/>
            <ac:inkMk id="18" creationId="{95BD6005-C00B-860C-CE0F-C6B75A67B3DD}"/>
          </ac:inkMkLst>
        </pc:inkChg>
        <pc:inkChg chg="add del mod">
          <ac:chgData name="Mr.Muhammad Zulfiqar Ali" userId="c4b4daea-c3cd-4a1b-ae38-2a74107589dc" providerId="ADAL" clId="{D0B6E22F-990E-4433-BB47-6FA9DE9EE448}" dt="2024-04-05T15:23:03.834" v="589" actId="9405"/>
          <ac:inkMkLst>
            <pc:docMk/>
            <pc:sldMk cId="2855968213" sldId="329"/>
            <ac:inkMk id="19" creationId="{B32D95DC-4316-BA9C-BE56-307A6A07596D}"/>
          </ac:inkMkLst>
        </pc:inkChg>
        <pc:inkChg chg="add del mod">
          <ac:chgData name="Mr.Muhammad Zulfiqar Ali" userId="c4b4daea-c3cd-4a1b-ae38-2a74107589dc" providerId="ADAL" clId="{D0B6E22F-990E-4433-BB47-6FA9DE9EE448}" dt="2024-04-05T15:23:03.693" v="588" actId="9405"/>
          <ac:inkMkLst>
            <pc:docMk/>
            <pc:sldMk cId="2855968213" sldId="329"/>
            <ac:inkMk id="20" creationId="{95CECAE6-5F1B-2A0C-42E8-F2D74C221A3A}"/>
          </ac:inkMkLst>
        </pc:inkChg>
        <pc:inkChg chg="add del mod">
          <ac:chgData name="Mr.Muhammad Zulfiqar Ali" userId="c4b4daea-c3cd-4a1b-ae38-2a74107589dc" providerId="ADAL" clId="{D0B6E22F-990E-4433-BB47-6FA9DE9EE448}" dt="2024-04-05T15:23:03.553" v="587" actId="9405"/>
          <ac:inkMkLst>
            <pc:docMk/>
            <pc:sldMk cId="2855968213" sldId="329"/>
            <ac:inkMk id="21" creationId="{9CB65AE8-A49D-AFF3-82B1-9982DA862125}"/>
          </ac:inkMkLst>
        </pc:inkChg>
        <pc:inkChg chg="add del mod">
          <ac:chgData name="Mr.Muhammad Zulfiqar Ali" userId="c4b4daea-c3cd-4a1b-ae38-2a74107589dc" providerId="ADAL" clId="{D0B6E22F-990E-4433-BB47-6FA9DE9EE448}" dt="2024-04-05T15:23:03.397" v="586" actId="9405"/>
          <ac:inkMkLst>
            <pc:docMk/>
            <pc:sldMk cId="2855968213" sldId="329"/>
            <ac:inkMk id="22" creationId="{75826CAC-AC47-F37A-BE60-E856074AFF25}"/>
          </ac:inkMkLst>
        </pc:inkChg>
        <pc:inkChg chg="add del mod">
          <ac:chgData name="Mr.Muhammad Zulfiqar Ali" userId="c4b4daea-c3cd-4a1b-ae38-2a74107589dc" providerId="ADAL" clId="{D0B6E22F-990E-4433-BB47-6FA9DE9EE448}" dt="2024-04-05T15:23:03.256" v="585" actId="9405"/>
          <ac:inkMkLst>
            <pc:docMk/>
            <pc:sldMk cId="2855968213" sldId="329"/>
            <ac:inkMk id="23" creationId="{CE259455-D213-D3CB-A6E6-7F6869B699F8}"/>
          </ac:inkMkLst>
        </pc:inkChg>
        <pc:inkChg chg="add del mod">
          <ac:chgData name="Mr.Muhammad Zulfiqar Ali" userId="c4b4daea-c3cd-4a1b-ae38-2a74107589dc" providerId="ADAL" clId="{D0B6E22F-990E-4433-BB47-6FA9DE9EE448}" dt="2024-04-05T15:23:03.116" v="584" actId="9405"/>
          <ac:inkMkLst>
            <pc:docMk/>
            <pc:sldMk cId="2855968213" sldId="329"/>
            <ac:inkMk id="24" creationId="{2D0A5D90-4AE6-B3BC-7A45-6A1A4B6F56C9}"/>
          </ac:inkMkLst>
        </pc:inkChg>
        <pc:inkChg chg="add del mod">
          <ac:chgData name="Mr.Muhammad Zulfiqar Ali" userId="c4b4daea-c3cd-4a1b-ae38-2a74107589dc" providerId="ADAL" clId="{D0B6E22F-990E-4433-BB47-6FA9DE9EE448}" dt="2024-04-05T15:23:02.975" v="583" actId="9405"/>
          <ac:inkMkLst>
            <pc:docMk/>
            <pc:sldMk cId="2855968213" sldId="329"/>
            <ac:inkMk id="25" creationId="{9FE8792A-60C8-89E4-6873-5C35AF70FFF8}"/>
          </ac:inkMkLst>
        </pc:inkChg>
        <pc:inkChg chg="add del mod">
          <ac:chgData name="Mr.Muhammad Zulfiqar Ali" userId="c4b4daea-c3cd-4a1b-ae38-2a74107589dc" providerId="ADAL" clId="{D0B6E22F-990E-4433-BB47-6FA9DE9EE448}" dt="2024-04-05T15:23:02.818" v="582" actId="9405"/>
          <ac:inkMkLst>
            <pc:docMk/>
            <pc:sldMk cId="2855968213" sldId="329"/>
            <ac:inkMk id="26" creationId="{6D458C11-AA81-12C3-55EA-F62897583814}"/>
          </ac:inkMkLst>
        </pc:inkChg>
        <pc:inkChg chg="add del mod">
          <ac:chgData name="Mr.Muhammad Zulfiqar Ali" userId="c4b4daea-c3cd-4a1b-ae38-2a74107589dc" providerId="ADAL" clId="{D0B6E22F-990E-4433-BB47-6FA9DE9EE448}" dt="2024-04-05T15:23:02.693" v="581" actId="9405"/>
          <ac:inkMkLst>
            <pc:docMk/>
            <pc:sldMk cId="2855968213" sldId="329"/>
            <ac:inkMk id="27" creationId="{E6B3EF3B-92B4-DF28-C587-BAA1D6F9C615}"/>
          </ac:inkMkLst>
        </pc:inkChg>
        <pc:inkChg chg="add del mod">
          <ac:chgData name="Mr.Muhammad Zulfiqar Ali" userId="c4b4daea-c3cd-4a1b-ae38-2a74107589dc" providerId="ADAL" clId="{D0B6E22F-990E-4433-BB47-6FA9DE9EE448}" dt="2024-04-05T15:23:02.553" v="580" actId="9405"/>
          <ac:inkMkLst>
            <pc:docMk/>
            <pc:sldMk cId="2855968213" sldId="329"/>
            <ac:inkMk id="28" creationId="{BFB33DE9-3E8F-D092-6A36-A04DD743BA36}"/>
          </ac:inkMkLst>
        </pc:inkChg>
        <pc:inkChg chg="add del mod">
          <ac:chgData name="Mr.Muhammad Zulfiqar Ali" userId="c4b4daea-c3cd-4a1b-ae38-2a74107589dc" providerId="ADAL" clId="{D0B6E22F-990E-4433-BB47-6FA9DE9EE448}" dt="2024-04-05T15:23:02.413" v="579" actId="9405"/>
          <ac:inkMkLst>
            <pc:docMk/>
            <pc:sldMk cId="2855968213" sldId="329"/>
            <ac:inkMk id="29" creationId="{5DE0E4C3-3FE6-38D1-63EA-0CFF5211D02C}"/>
          </ac:inkMkLst>
        </pc:inkChg>
        <pc:inkChg chg="add del mod">
          <ac:chgData name="Mr.Muhammad Zulfiqar Ali" userId="c4b4daea-c3cd-4a1b-ae38-2a74107589dc" providerId="ADAL" clId="{D0B6E22F-990E-4433-BB47-6FA9DE9EE448}" dt="2024-04-05T15:23:02.287" v="578" actId="9405"/>
          <ac:inkMkLst>
            <pc:docMk/>
            <pc:sldMk cId="2855968213" sldId="329"/>
            <ac:inkMk id="30" creationId="{5EA896F7-E2CF-5290-37C7-38792455CB2A}"/>
          </ac:inkMkLst>
        </pc:inkChg>
        <pc:inkChg chg="add del mod">
          <ac:chgData name="Mr.Muhammad Zulfiqar Ali" userId="c4b4daea-c3cd-4a1b-ae38-2a74107589dc" providerId="ADAL" clId="{D0B6E22F-990E-4433-BB47-6FA9DE9EE448}" dt="2024-04-05T15:23:02.178" v="577" actId="9405"/>
          <ac:inkMkLst>
            <pc:docMk/>
            <pc:sldMk cId="2855968213" sldId="329"/>
            <ac:inkMk id="31" creationId="{0F1A8B25-2776-A5B7-258E-15240B31DBD3}"/>
          </ac:inkMkLst>
        </pc:inkChg>
        <pc:inkChg chg="add del mod">
          <ac:chgData name="Mr.Muhammad Zulfiqar Ali" userId="c4b4daea-c3cd-4a1b-ae38-2a74107589dc" providerId="ADAL" clId="{D0B6E22F-990E-4433-BB47-6FA9DE9EE448}" dt="2024-04-05T15:23:02.022" v="576" actId="9405"/>
          <ac:inkMkLst>
            <pc:docMk/>
            <pc:sldMk cId="2855968213" sldId="329"/>
            <ac:inkMk id="32" creationId="{25F5BC54-080D-639D-0631-16D09A64ACED}"/>
          </ac:inkMkLst>
        </pc:inkChg>
        <pc:inkChg chg="add del mod">
          <ac:chgData name="Mr.Muhammad Zulfiqar Ali" userId="c4b4daea-c3cd-4a1b-ae38-2a74107589dc" providerId="ADAL" clId="{D0B6E22F-990E-4433-BB47-6FA9DE9EE448}" dt="2024-04-05T15:23:01.755" v="575" actId="9405"/>
          <ac:inkMkLst>
            <pc:docMk/>
            <pc:sldMk cId="2855968213" sldId="329"/>
            <ac:inkMk id="33" creationId="{8C61AAED-251D-6D6A-CF78-7850F0D5B10A}"/>
          </ac:inkMkLst>
        </pc:inkChg>
        <pc:inkChg chg="add del mod">
          <ac:chgData name="Mr.Muhammad Zulfiqar Ali" userId="c4b4daea-c3cd-4a1b-ae38-2a74107589dc" providerId="ADAL" clId="{D0B6E22F-990E-4433-BB47-6FA9DE9EE448}" dt="2024-04-05T15:23:01.553" v="574" actId="9405"/>
          <ac:inkMkLst>
            <pc:docMk/>
            <pc:sldMk cId="2855968213" sldId="329"/>
            <ac:inkMk id="34" creationId="{10536128-7BCB-514A-FEBE-BE2F726A0C85}"/>
          </ac:inkMkLst>
        </pc:inkChg>
        <pc:inkChg chg="add del mod">
          <ac:chgData name="Mr.Muhammad Zulfiqar Ali" userId="c4b4daea-c3cd-4a1b-ae38-2a74107589dc" providerId="ADAL" clId="{D0B6E22F-990E-4433-BB47-6FA9DE9EE448}" dt="2024-04-05T15:23:01.256" v="573"/>
          <ac:inkMkLst>
            <pc:docMk/>
            <pc:sldMk cId="2855968213" sldId="329"/>
            <ac:inkMk id="35" creationId="{9542F84B-9B2F-9089-95F3-3B483CCAA29D}"/>
          </ac:inkMkLst>
        </pc:inkChg>
      </pc:sldChg>
      <pc:sldChg chg="modSp mod">
        <pc:chgData name="Mr.Muhammad Zulfiqar Ali" userId="c4b4daea-c3cd-4a1b-ae38-2a74107589dc" providerId="ADAL" clId="{D0B6E22F-990E-4433-BB47-6FA9DE9EE448}" dt="2024-03-28T08:33:33.169" v="169" actId="1036"/>
        <pc:sldMkLst>
          <pc:docMk/>
          <pc:sldMk cId="135369472" sldId="330"/>
        </pc:sldMkLst>
        <pc:spChg chg="mod">
          <ac:chgData name="Mr.Muhammad Zulfiqar Ali" userId="c4b4daea-c3cd-4a1b-ae38-2a74107589dc" providerId="ADAL" clId="{D0B6E22F-990E-4433-BB47-6FA9DE9EE448}" dt="2024-03-28T08:33:33.169" v="169" actId="1036"/>
          <ac:spMkLst>
            <pc:docMk/>
            <pc:sldMk cId="135369472" sldId="330"/>
            <ac:spMk id="3" creationId="{00000000-0000-0000-0000-000000000000}"/>
          </ac:spMkLst>
        </pc:spChg>
      </pc:sldChg>
      <pc:sldChg chg="addSp delSp modSp mod setBg">
        <pc:chgData name="Mr.Muhammad Zulfiqar Ali" userId="c4b4daea-c3cd-4a1b-ae38-2a74107589dc" providerId="ADAL" clId="{D0B6E22F-990E-4433-BB47-6FA9DE9EE448}" dt="2024-03-28T08:34:38.425" v="171" actId="26606"/>
        <pc:sldMkLst>
          <pc:docMk/>
          <pc:sldMk cId="3802457691" sldId="331"/>
        </pc:sldMkLst>
        <pc:spChg chg="mod">
          <ac:chgData name="Mr.Muhammad Zulfiqar Ali" userId="c4b4daea-c3cd-4a1b-ae38-2a74107589dc" providerId="ADAL" clId="{D0B6E22F-990E-4433-BB47-6FA9DE9EE448}" dt="2024-03-28T08:34:38.425" v="171" actId="26606"/>
          <ac:spMkLst>
            <pc:docMk/>
            <pc:sldMk cId="3802457691" sldId="331"/>
            <ac:spMk id="2" creationId="{00000000-0000-0000-0000-000000000000}"/>
          </ac:spMkLst>
        </pc:spChg>
        <pc:spChg chg="add del">
          <ac:chgData name="Mr.Muhammad Zulfiqar Ali" userId="c4b4daea-c3cd-4a1b-ae38-2a74107589dc" providerId="ADAL" clId="{D0B6E22F-990E-4433-BB47-6FA9DE9EE448}" dt="2024-03-28T08:34:38.425" v="171" actId="26606"/>
          <ac:spMkLst>
            <pc:docMk/>
            <pc:sldMk cId="3802457691" sldId="331"/>
            <ac:spMk id="3" creationId="{00000000-0000-0000-0000-000000000000}"/>
          </ac:spMkLst>
        </pc:spChg>
        <pc:spChg chg="add del">
          <ac:chgData name="Mr.Muhammad Zulfiqar Ali" userId="c4b4daea-c3cd-4a1b-ae38-2a74107589dc" providerId="ADAL" clId="{D0B6E22F-990E-4433-BB47-6FA9DE9EE448}" dt="2024-03-28T08:34:38.425" v="171" actId="26606"/>
          <ac:spMkLst>
            <pc:docMk/>
            <pc:sldMk cId="3802457691" sldId="331"/>
            <ac:spMk id="9" creationId="{A3D9AEEE-1CCD-43C0-BA3E-16D60A6E23C0}"/>
          </ac:spMkLst>
        </pc:spChg>
        <pc:spChg chg="add del">
          <ac:chgData name="Mr.Muhammad Zulfiqar Ali" userId="c4b4daea-c3cd-4a1b-ae38-2a74107589dc" providerId="ADAL" clId="{D0B6E22F-990E-4433-BB47-6FA9DE9EE448}" dt="2024-03-28T08:34:38.425" v="171" actId="26606"/>
          <ac:spMkLst>
            <pc:docMk/>
            <pc:sldMk cId="3802457691" sldId="331"/>
            <ac:spMk id="11" creationId="{60F880A6-33D3-4EEC-A780-B73559B9F24C}"/>
          </ac:spMkLst>
        </pc:spChg>
        <pc:spChg chg="add del">
          <ac:chgData name="Mr.Muhammad Zulfiqar Ali" userId="c4b4daea-c3cd-4a1b-ae38-2a74107589dc" providerId="ADAL" clId="{D0B6E22F-990E-4433-BB47-6FA9DE9EE448}" dt="2024-03-28T08:34:38.425" v="171" actId="26606"/>
          <ac:spMkLst>
            <pc:docMk/>
            <pc:sldMk cId="3802457691" sldId="331"/>
            <ac:spMk id="13" creationId="{2C6246ED-0535-4496-A8F6-1E80CC4EB853}"/>
          </ac:spMkLst>
        </pc:spChg>
        <pc:graphicFrameChg chg="add del">
          <ac:chgData name="Mr.Muhammad Zulfiqar Ali" userId="c4b4daea-c3cd-4a1b-ae38-2a74107589dc" providerId="ADAL" clId="{D0B6E22F-990E-4433-BB47-6FA9DE9EE448}" dt="2024-03-28T08:34:38.425" v="171" actId="26606"/>
          <ac:graphicFrameMkLst>
            <pc:docMk/>
            <pc:sldMk cId="3802457691" sldId="331"/>
            <ac:graphicFrameMk id="5" creationId="{15351BF6-A598-72CF-5CA9-4F02F46D0866}"/>
          </ac:graphicFrameMkLst>
        </pc:graphicFrameChg>
      </pc:sldChg>
      <pc:sldChg chg="addSp delSp modSp mod setBg">
        <pc:chgData name="Mr.Muhammad Zulfiqar Ali" userId="c4b4daea-c3cd-4a1b-ae38-2a74107589dc" providerId="ADAL" clId="{D0B6E22F-990E-4433-BB47-6FA9DE9EE448}" dt="2024-03-28T08:36:13.487" v="187" actId="26606"/>
        <pc:sldMkLst>
          <pc:docMk/>
          <pc:sldMk cId="3133010016" sldId="332"/>
        </pc:sldMkLst>
        <pc:spChg chg="mod">
          <ac:chgData name="Mr.Muhammad Zulfiqar Ali" userId="c4b4daea-c3cd-4a1b-ae38-2a74107589dc" providerId="ADAL" clId="{D0B6E22F-990E-4433-BB47-6FA9DE9EE448}" dt="2024-03-28T08:36:13.487" v="187" actId="26606"/>
          <ac:spMkLst>
            <pc:docMk/>
            <pc:sldMk cId="3133010016" sldId="332"/>
            <ac:spMk id="2" creationId="{00000000-0000-0000-0000-000000000000}"/>
          </ac:spMkLst>
        </pc:spChg>
        <pc:spChg chg="add del">
          <ac:chgData name="Mr.Muhammad Zulfiqar Ali" userId="c4b4daea-c3cd-4a1b-ae38-2a74107589dc" providerId="ADAL" clId="{D0B6E22F-990E-4433-BB47-6FA9DE9EE448}" dt="2024-03-28T08:36:13.487" v="187" actId="26606"/>
          <ac:spMkLst>
            <pc:docMk/>
            <pc:sldMk cId="3133010016" sldId="332"/>
            <ac:spMk id="3" creationId="{00000000-0000-0000-0000-000000000000}"/>
          </ac:spMkLst>
        </pc:spChg>
        <pc:spChg chg="add del">
          <ac:chgData name="Mr.Muhammad Zulfiqar Ali" userId="c4b4daea-c3cd-4a1b-ae38-2a74107589dc" providerId="ADAL" clId="{D0B6E22F-990E-4433-BB47-6FA9DE9EE448}" dt="2024-03-28T08:36:13.487" v="187" actId="26606"/>
          <ac:spMkLst>
            <pc:docMk/>
            <pc:sldMk cId="3133010016" sldId="332"/>
            <ac:spMk id="9" creationId="{BF7E8610-2DF7-4AF0-B876-0F3B7882A6B7}"/>
          </ac:spMkLst>
        </pc:spChg>
        <pc:spChg chg="add del">
          <ac:chgData name="Mr.Muhammad Zulfiqar Ali" userId="c4b4daea-c3cd-4a1b-ae38-2a74107589dc" providerId="ADAL" clId="{D0B6E22F-990E-4433-BB47-6FA9DE9EE448}" dt="2024-03-28T08:36:13.487" v="187" actId="26606"/>
          <ac:spMkLst>
            <pc:docMk/>
            <pc:sldMk cId="3133010016" sldId="332"/>
            <ac:spMk id="11" creationId="{C1C8C023-62A6-4DA0-8DF4-3F4EA94090DE}"/>
          </ac:spMkLst>
        </pc:spChg>
        <pc:spChg chg="add del">
          <ac:chgData name="Mr.Muhammad Zulfiqar Ali" userId="c4b4daea-c3cd-4a1b-ae38-2a74107589dc" providerId="ADAL" clId="{D0B6E22F-990E-4433-BB47-6FA9DE9EE448}" dt="2024-03-28T08:36:13.487" v="187" actId="26606"/>
          <ac:spMkLst>
            <pc:docMk/>
            <pc:sldMk cId="3133010016" sldId="332"/>
            <ac:spMk id="13" creationId="{26B9FE07-322E-43FB-8707-C9826BD903EB}"/>
          </ac:spMkLst>
        </pc:spChg>
        <pc:graphicFrameChg chg="add del mod">
          <ac:chgData name="Mr.Muhammad Zulfiqar Ali" userId="c4b4daea-c3cd-4a1b-ae38-2a74107589dc" providerId="ADAL" clId="{D0B6E22F-990E-4433-BB47-6FA9DE9EE448}" dt="2024-03-28T08:36:13.487" v="187" actId="26606"/>
          <ac:graphicFrameMkLst>
            <pc:docMk/>
            <pc:sldMk cId="3133010016" sldId="332"/>
            <ac:graphicFrameMk id="5" creationId="{F31946AA-7311-9EB2-99F9-6C0B0926A803}"/>
          </ac:graphicFrameMkLst>
        </pc:graphicFrameChg>
      </pc:sldChg>
      <pc:sldChg chg="addSp delSp modSp mod setBg">
        <pc:chgData name="Mr.Muhammad Zulfiqar Ali" userId="c4b4daea-c3cd-4a1b-ae38-2a74107589dc" providerId="ADAL" clId="{D0B6E22F-990E-4433-BB47-6FA9DE9EE448}" dt="2024-03-28T08:37:52.250" v="189" actId="26606"/>
        <pc:sldMkLst>
          <pc:docMk/>
          <pc:sldMk cId="1471095536" sldId="335"/>
        </pc:sldMkLst>
        <pc:spChg chg="mod">
          <ac:chgData name="Mr.Muhammad Zulfiqar Ali" userId="c4b4daea-c3cd-4a1b-ae38-2a74107589dc" providerId="ADAL" clId="{D0B6E22F-990E-4433-BB47-6FA9DE9EE448}" dt="2024-03-28T08:37:52.250" v="189" actId="26606"/>
          <ac:spMkLst>
            <pc:docMk/>
            <pc:sldMk cId="1471095536" sldId="335"/>
            <ac:spMk id="2" creationId="{00000000-0000-0000-0000-000000000000}"/>
          </ac:spMkLst>
        </pc:spChg>
        <pc:spChg chg="add del">
          <ac:chgData name="Mr.Muhammad Zulfiqar Ali" userId="c4b4daea-c3cd-4a1b-ae38-2a74107589dc" providerId="ADAL" clId="{D0B6E22F-990E-4433-BB47-6FA9DE9EE448}" dt="2024-03-28T08:37:52.250" v="189" actId="26606"/>
          <ac:spMkLst>
            <pc:docMk/>
            <pc:sldMk cId="1471095536" sldId="335"/>
            <ac:spMk id="3" creationId="{00000000-0000-0000-0000-000000000000}"/>
          </ac:spMkLst>
        </pc:spChg>
        <pc:spChg chg="add del">
          <ac:chgData name="Mr.Muhammad Zulfiqar Ali" userId="c4b4daea-c3cd-4a1b-ae38-2a74107589dc" providerId="ADAL" clId="{D0B6E22F-990E-4433-BB47-6FA9DE9EE448}" dt="2024-03-28T08:37:52.250" v="189" actId="26606"/>
          <ac:spMkLst>
            <pc:docMk/>
            <pc:sldMk cId="1471095536" sldId="335"/>
            <ac:spMk id="9" creationId="{175CD74B-9CE8-4F20-A3E4-A22A7F036042}"/>
          </ac:spMkLst>
        </pc:spChg>
        <pc:spChg chg="add del">
          <ac:chgData name="Mr.Muhammad Zulfiqar Ali" userId="c4b4daea-c3cd-4a1b-ae38-2a74107589dc" providerId="ADAL" clId="{D0B6E22F-990E-4433-BB47-6FA9DE9EE448}" dt="2024-03-28T08:37:52.250" v="189" actId="26606"/>
          <ac:spMkLst>
            <pc:docMk/>
            <pc:sldMk cId="1471095536" sldId="335"/>
            <ac:spMk id="11" creationId="{99C44665-BECF-4482-A00C-E4BE2A87DC7B}"/>
          </ac:spMkLst>
        </pc:spChg>
        <pc:spChg chg="add del">
          <ac:chgData name="Mr.Muhammad Zulfiqar Ali" userId="c4b4daea-c3cd-4a1b-ae38-2a74107589dc" providerId="ADAL" clId="{D0B6E22F-990E-4433-BB47-6FA9DE9EE448}" dt="2024-03-28T08:37:52.250" v="189" actId="26606"/>
          <ac:spMkLst>
            <pc:docMk/>
            <pc:sldMk cId="1471095536" sldId="335"/>
            <ac:spMk id="13" creationId="{20398C1D-D011-4BA8-AC81-E829677B87FF}"/>
          </ac:spMkLst>
        </pc:spChg>
        <pc:graphicFrameChg chg="add del">
          <ac:chgData name="Mr.Muhammad Zulfiqar Ali" userId="c4b4daea-c3cd-4a1b-ae38-2a74107589dc" providerId="ADAL" clId="{D0B6E22F-990E-4433-BB47-6FA9DE9EE448}" dt="2024-03-28T08:37:52.250" v="189" actId="26606"/>
          <ac:graphicFrameMkLst>
            <pc:docMk/>
            <pc:sldMk cId="1471095536" sldId="335"/>
            <ac:graphicFrameMk id="5" creationId="{3259FD2F-0765-FF9D-AAA5-E8AF507C5F5F}"/>
          </ac:graphicFrameMkLst>
        </pc:graphicFrameChg>
      </pc:sldChg>
      <pc:sldChg chg="addSp modSp mod setBg">
        <pc:chgData name="Mr.Muhammad Zulfiqar Ali" userId="c4b4daea-c3cd-4a1b-ae38-2a74107589dc" providerId="ADAL" clId="{D0B6E22F-990E-4433-BB47-6FA9DE9EE448}" dt="2024-03-28T08:40:47.930" v="205" actId="1076"/>
        <pc:sldMkLst>
          <pc:docMk/>
          <pc:sldMk cId="215914980" sldId="336"/>
        </pc:sldMkLst>
        <pc:spChg chg="mod">
          <ac:chgData name="Mr.Muhammad Zulfiqar Ali" userId="c4b4daea-c3cd-4a1b-ae38-2a74107589dc" providerId="ADAL" clId="{D0B6E22F-990E-4433-BB47-6FA9DE9EE448}" dt="2024-03-28T08:40:47.930" v="205" actId="1076"/>
          <ac:spMkLst>
            <pc:docMk/>
            <pc:sldMk cId="215914980" sldId="336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D0B6E22F-990E-4433-BB47-6FA9DE9EE448}" dt="2024-03-28T08:40:33.346" v="201" actId="403"/>
          <ac:spMkLst>
            <pc:docMk/>
            <pc:sldMk cId="215914980" sldId="336"/>
            <ac:spMk id="3" creationId="{00000000-0000-0000-0000-000000000000}"/>
          </ac:spMkLst>
        </pc:spChg>
        <pc:spChg chg="add">
          <ac:chgData name="Mr.Muhammad Zulfiqar Ali" userId="c4b4daea-c3cd-4a1b-ae38-2a74107589dc" providerId="ADAL" clId="{D0B6E22F-990E-4433-BB47-6FA9DE9EE448}" dt="2024-03-28T08:40:18.104" v="197" actId="26606"/>
          <ac:spMkLst>
            <pc:docMk/>
            <pc:sldMk cId="215914980" sldId="336"/>
            <ac:spMk id="9" creationId="{1A44C337-3893-4B29-A265-B1329150B6AA}"/>
          </ac:spMkLst>
        </pc:spChg>
        <pc:spChg chg="add">
          <ac:chgData name="Mr.Muhammad Zulfiqar Ali" userId="c4b4daea-c3cd-4a1b-ae38-2a74107589dc" providerId="ADAL" clId="{D0B6E22F-990E-4433-BB47-6FA9DE9EE448}" dt="2024-03-28T08:40:18.104" v="197" actId="26606"/>
          <ac:spMkLst>
            <pc:docMk/>
            <pc:sldMk cId="215914980" sldId="336"/>
            <ac:spMk id="39" creationId="{AA5CD610-ED7C-4CED-A9A1-174432C88AF8}"/>
          </ac:spMkLst>
        </pc:spChg>
        <pc:spChg chg="add">
          <ac:chgData name="Mr.Muhammad Zulfiqar Ali" userId="c4b4daea-c3cd-4a1b-ae38-2a74107589dc" providerId="ADAL" clId="{D0B6E22F-990E-4433-BB47-6FA9DE9EE448}" dt="2024-03-28T08:40:18.104" v="197" actId="26606"/>
          <ac:spMkLst>
            <pc:docMk/>
            <pc:sldMk cId="215914980" sldId="336"/>
            <ac:spMk id="41" creationId="{0C4379BF-8C7A-480A-BC36-DA55D92A9356}"/>
          </ac:spMkLst>
        </pc:spChg>
        <pc:grpChg chg="add">
          <ac:chgData name="Mr.Muhammad Zulfiqar Ali" userId="c4b4daea-c3cd-4a1b-ae38-2a74107589dc" providerId="ADAL" clId="{D0B6E22F-990E-4433-BB47-6FA9DE9EE448}" dt="2024-03-28T08:40:18.104" v="197" actId="26606"/>
          <ac:grpSpMkLst>
            <pc:docMk/>
            <pc:sldMk cId="215914980" sldId="336"/>
            <ac:grpSpMk id="11" creationId="{81E0B358-1267-4844-8B3D-B7A279B4175A}"/>
          </ac:grpSpMkLst>
        </pc:grpChg>
        <pc:grpChg chg="add">
          <ac:chgData name="Mr.Muhammad Zulfiqar Ali" userId="c4b4daea-c3cd-4a1b-ae38-2a74107589dc" providerId="ADAL" clId="{D0B6E22F-990E-4433-BB47-6FA9DE9EE448}" dt="2024-03-28T08:40:18.104" v="197" actId="26606"/>
          <ac:grpSpMkLst>
            <pc:docMk/>
            <pc:sldMk cId="215914980" sldId="336"/>
            <ac:grpSpMk id="25" creationId="{AF44CA9C-80E8-44E1-A79C-D6EBFC73BCA0}"/>
          </ac:grpSpMkLst>
        </pc:grpChg>
        <pc:picChg chg="add">
          <ac:chgData name="Mr.Muhammad Zulfiqar Ali" userId="c4b4daea-c3cd-4a1b-ae38-2a74107589dc" providerId="ADAL" clId="{D0B6E22F-990E-4433-BB47-6FA9DE9EE448}" dt="2024-03-28T08:40:18.104" v="197" actId="26606"/>
          <ac:picMkLst>
            <pc:docMk/>
            <pc:sldMk cId="215914980" sldId="336"/>
            <ac:picMk id="5" creationId="{D144F53B-BCF3-709A-93B4-2878C4DA1402}"/>
          </ac:picMkLst>
        </pc:picChg>
      </pc:sldChg>
      <pc:sldChg chg="modSp mod">
        <pc:chgData name="Mr.Muhammad Zulfiqar Ali" userId="c4b4daea-c3cd-4a1b-ae38-2a74107589dc" providerId="ADAL" clId="{D0B6E22F-990E-4433-BB47-6FA9DE9EE448}" dt="2024-03-28T08:45:18.970" v="264" actId="207"/>
        <pc:sldMkLst>
          <pc:docMk/>
          <pc:sldMk cId="3573118685" sldId="337"/>
        </pc:sldMkLst>
        <pc:spChg chg="mod">
          <ac:chgData name="Mr.Muhammad Zulfiqar Ali" userId="c4b4daea-c3cd-4a1b-ae38-2a74107589dc" providerId="ADAL" clId="{D0B6E22F-990E-4433-BB47-6FA9DE9EE448}" dt="2024-03-28T08:45:18.970" v="264" actId="207"/>
          <ac:spMkLst>
            <pc:docMk/>
            <pc:sldMk cId="3573118685" sldId="337"/>
            <ac:spMk id="4" creationId="{00000000-0000-0000-0000-000000000000}"/>
          </ac:spMkLst>
        </pc:spChg>
      </pc:sldChg>
      <pc:sldChg chg="addSp delSp modSp mod setBg">
        <pc:chgData name="Mr.Muhammad Zulfiqar Ali" userId="c4b4daea-c3cd-4a1b-ae38-2a74107589dc" providerId="ADAL" clId="{D0B6E22F-990E-4433-BB47-6FA9DE9EE448}" dt="2024-03-28T08:32:22.168" v="159" actId="26606"/>
        <pc:sldMkLst>
          <pc:docMk/>
          <pc:sldMk cId="116740372" sldId="340"/>
        </pc:sldMkLst>
        <pc:spChg chg="add del">
          <ac:chgData name="Mr.Muhammad Zulfiqar Ali" userId="c4b4daea-c3cd-4a1b-ae38-2a74107589dc" providerId="ADAL" clId="{D0B6E22F-990E-4433-BB47-6FA9DE9EE448}" dt="2024-03-28T08:32:22.152" v="158" actId="26606"/>
          <ac:spMkLst>
            <pc:docMk/>
            <pc:sldMk cId="116740372" sldId="340"/>
            <ac:spMk id="37" creationId="{9FFA7C60-EEB5-45DC-B964-20A76F776EF5}"/>
          </ac:spMkLst>
        </pc:spChg>
        <pc:spChg chg="add del">
          <ac:chgData name="Mr.Muhammad Zulfiqar Ali" userId="c4b4daea-c3cd-4a1b-ae38-2a74107589dc" providerId="ADAL" clId="{D0B6E22F-990E-4433-BB47-6FA9DE9EE448}" dt="2024-03-28T08:32:22.152" v="158" actId="26606"/>
          <ac:spMkLst>
            <pc:docMk/>
            <pc:sldMk cId="116740372" sldId="340"/>
            <ac:spMk id="39" creationId="{7D84F46B-82DB-461C-88AC-F6C66B593E2C}"/>
          </ac:spMkLst>
        </pc:spChg>
        <pc:spChg chg="add">
          <ac:chgData name="Mr.Muhammad Zulfiqar Ali" userId="c4b4daea-c3cd-4a1b-ae38-2a74107589dc" providerId="ADAL" clId="{D0B6E22F-990E-4433-BB47-6FA9DE9EE448}" dt="2024-03-28T08:32:22.168" v="159" actId="26606"/>
          <ac:spMkLst>
            <pc:docMk/>
            <pc:sldMk cId="116740372" sldId="340"/>
            <ac:spMk id="41" creationId="{01520B72-94C4-4ABB-AC64-A3382705BE06}"/>
          </ac:spMkLst>
        </pc:spChg>
        <pc:spChg chg="add">
          <ac:chgData name="Mr.Muhammad Zulfiqar Ali" userId="c4b4daea-c3cd-4a1b-ae38-2a74107589dc" providerId="ADAL" clId="{D0B6E22F-990E-4433-BB47-6FA9DE9EE448}" dt="2024-03-28T08:32:22.168" v="159" actId="26606"/>
          <ac:spMkLst>
            <pc:docMk/>
            <pc:sldMk cId="116740372" sldId="340"/>
            <ac:spMk id="43" creationId="{9A64CBFD-D6E8-4E6A-8F66-1948BED33157}"/>
          </ac:spMkLst>
        </pc:spChg>
        <pc:spChg chg="add">
          <ac:chgData name="Mr.Muhammad Zulfiqar Ali" userId="c4b4daea-c3cd-4a1b-ae38-2a74107589dc" providerId="ADAL" clId="{D0B6E22F-990E-4433-BB47-6FA9DE9EE448}" dt="2024-03-28T08:32:22.168" v="159" actId="26606"/>
          <ac:spMkLst>
            <pc:docMk/>
            <pc:sldMk cId="116740372" sldId="340"/>
            <ac:spMk id="69" creationId="{71B30B18-D920-4E3E-B931-1F310244C1B8}"/>
          </ac:spMkLst>
        </pc:spChg>
        <pc:spChg chg="add">
          <ac:chgData name="Mr.Muhammad Zulfiqar Ali" userId="c4b4daea-c3cd-4a1b-ae38-2a74107589dc" providerId="ADAL" clId="{D0B6E22F-990E-4433-BB47-6FA9DE9EE448}" dt="2024-03-28T08:32:22.168" v="159" actId="26606"/>
          <ac:spMkLst>
            <pc:docMk/>
            <pc:sldMk cId="116740372" sldId="340"/>
            <ac:spMk id="70" creationId="{C70EF50A-66E6-460A-8AF9-47A10D0D999C}"/>
          </ac:spMkLst>
        </pc:spChg>
        <pc:grpChg chg="add del">
          <ac:chgData name="Mr.Muhammad Zulfiqar Ali" userId="c4b4daea-c3cd-4a1b-ae38-2a74107589dc" providerId="ADAL" clId="{D0B6E22F-990E-4433-BB47-6FA9DE9EE448}" dt="2024-03-28T08:32:22.152" v="158" actId="26606"/>
          <ac:grpSpMkLst>
            <pc:docMk/>
            <pc:sldMk cId="116740372" sldId="340"/>
            <ac:grpSpMk id="9" creationId="{58DF5B7A-7785-49C6-B4EB-252FF28C2132}"/>
          </ac:grpSpMkLst>
        </pc:grpChg>
        <pc:grpChg chg="add del">
          <ac:chgData name="Mr.Muhammad Zulfiqar Ali" userId="c4b4daea-c3cd-4a1b-ae38-2a74107589dc" providerId="ADAL" clId="{D0B6E22F-990E-4433-BB47-6FA9DE9EE448}" dt="2024-03-28T08:32:22.152" v="158" actId="26606"/>
          <ac:grpSpMkLst>
            <pc:docMk/>
            <pc:sldMk cId="116740372" sldId="340"/>
            <ac:grpSpMk id="23" creationId="{9F9B151E-1B34-4FA6-A53D-B92F787D9EAD}"/>
          </ac:grpSpMkLst>
        </pc:grpChg>
        <pc:grpChg chg="add">
          <ac:chgData name="Mr.Muhammad Zulfiqar Ali" userId="c4b4daea-c3cd-4a1b-ae38-2a74107589dc" providerId="ADAL" clId="{D0B6E22F-990E-4433-BB47-6FA9DE9EE448}" dt="2024-03-28T08:32:22.168" v="159" actId="26606"/>
          <ac:grpSpMkLst>
            <pc:docMk/>
            <pc:sldMk cId="116740372" sldId="340"/>
            <ac:grpSpMk id="42" creationId="{259C671B-1B22-4141-A9C0-2E7941FDA7C2}"/>
          </ac:grpSpMkLst>
        </pc:grpChg>
        <pc:grpChg chg="add">
          <ac:chgData name="Mr.Muhammad Zulfiqar Ali" userId="c4b4daea-c3cd-4a1b-ae38-2a74107589dc" providerId="ADAL" clId="{D0B6E22F-990E-4433-BB47-6FA9DE9EE448}" dt="2024-03-28T08:32:22.168" v="159" actId="26606"/>
          <ac:grpSpMkLst>
            <pc:docMk/>
            <pc:sldMk cId="116740372" sldId="340"/>
            <ac:grpSpMk id="56" creationId="{1D56A4CE-A3F4-4CFF-9A65-C029AC17B7CF}"/>
          </ac:grpSpMkLst>
        </pc:grpChg>
        <pc:picChg chg="mod">
          <ac:chgData name="Mr.Muhammad Zulfiqar Ali" userId="c4b4daea-c3cd-4a1b-ae38-2a74107589dc" providerId="ADAL" clId="{D0B6E22F-990E-4433-BB47-6FA9DE9EE448}" dt="2024-03-28T08:32:22.168" v="159" actId="26606"/>
          <ac:picMkLst>
            <pc:docMk/>
            <pc:sldMk cId="116740372" sldId="340"/>
            <ac:picMk id="4" creationId="{00000000-0000-0000-0000-000000000000}"/>
          </ac:picMkLst>
        </pc:picChg>
      </pc:sldChg>
      <pc:sldChg chg="addSp delSp modSp mod setBg">
        <pc:chgData name="Mr.Muhammad Zulfiqar Ali" userId="c4b4daea-c3cd-4a1b-ae38-2a74107589dc" providerId="ADAL" clId="{D0B6E22F-990E-4433-BB47-6FA9DE9EE448}" dt="2024-03-28T08:39:35.297" v="196" actId="1076"/>
        <pc:sldMkLst>
          <pc:docMk/>
          <pc:sldMk cId="2187043052" sldId="342"/>
        </pc:sldMkLst>
        <pc:spChg chg="mod">
          <ac:chgData name="Mr.Muhammad Zulfiqar Ali" userId="c4b4daea-c3cd-4a1b-ae38-2a74107589dc" providerId="ADAL" clId="{D0B6E22F-990E-4433-BB47-6FA9DE9EE448}" dt="2024-03-28T08:38:49.866" v="190" actId="26606"/>
          <ac:spMkLst>
            <pc:docMk/>
            <pc:sldMk cId="2187043052" sldId="342"/>
            <ac:spMk id="2" creationId="{00000000-0000-0000-0000-000000000000}"/>
          </ac:spMkLst>
        </pc:spChg>
        <pc:spChg chg="del">
          <ac:chgData name="Mr.Muhammad Zulfiqar Ali" userId="c4b4daea-c3cd-4a1b-ae38-2a74107589dc" providerId="ADAL" clId="{D0B6E22F-990E-4433-BB47-6FA9DE9EE448}" dt="2024-03-28T08:38:49.866" v="190" actId="26606"/>
          <ac:spMkLst>
            <pc:docMk/>
            <pc:sldMk cId="2187043052" sldId="342"/>
            <ac:spMk id="3" creationId="{00000000-0000-0000-0000-000000000000}"/>
          </ac:spMkLst>
        </pc:spChg>
        <pc:spChg chg="add">
          <ac:chgData name="Mr.Muhammad Zulfiqar Ali" userId="c4b4daea-c3cd-4a1b-ae38-2a74107589dc" providerId="ADAL" clId="{D0B6E22F-990E-4433-BB47-6FA9DE9EE448}" dt="2024-03-28T08:38:49.866" v="190" actId="26606"/>
          <ac:spMkLst>
            <pc:docMk/>
            <pc:sldMk cId="2187043052" sldId="342"/>
            <ac:spMk id="9" creationId="{A3D9AEEE-1CCD-43C0-BA3E-16D60A6E23C0}"/>
          </ac:spMkLst>
        </pc:spChg>
        <pc:spChg chg="add">
          <ac:chgData name="Mr.Muhammad Zulfiqar Ali" userId="c4b4daea-c3cd-4a1b-ae38-2a74107589dc" providerId="ADAL" clId="{D0B6E22F-990E-4433-BB47-6FA9DE9EE448}" dt="2024-03-28T08:38:49.866" v="190" actId="26606"/>
          <ac:spMkLst>
            <pc:docMk/>
            <pc:sldMk cId="2187043052" sldId="342"/>
            <ac:spMk id="11" creationId="{60F880A6-33D3-4EEC-A780-B73559B9F24C}"/>
          </ac:spMkLst>
        </pc:spChg>
        <pc:spChg chg="add">
          <ac:chgData name="Mr.Muhammad Zulfiqar Ali" userId="c4b4daea-c3cd-4a1b-ae38-2a74107589dc" providerId="ADAL" clId="{D0B6E22F-990E-4433-BB47-6FA9DE9EE448}" dt="2024-03-28T08:38:49.866" v="190" actId="26606"/>
          <ac:spMkLst>
            <pc:docMk/>
            <pc:sldMk cId="2187043052" sldId="342"/>
            <ac:spMk id="13" creationId="{2C6246ED-0535-4496-A8F6-1E80CC4EB853}"/>
          </ac:spMkLst>
        </pc:spChg>
        <pc:graphicFrameChg chg="add mod modGraphic">
          <ac:chgData name="Mr.Muhammad Zulfiqar Ali" userId="c4b4daea-c3cd-4a1b-ae38-2a74107589dc" providerId="ADAL" clId="{D0B6E22F-990E-4433-BB47-6FA9DE9EE448}" dt="2024-03-28T08:39:35.297" v="196" actId="1076"/>
          <ac:graphicFrameMkLst>
            <pc:docMk/>
            <pc:sldMk cId="2187043052" sldId="342"/>
            <ac:graphicFrameMk id="5" creationId="{82EF5740-2338-EC2F-29E8-F4E48F350060}"/>
          </ac:graphicFrameMkLst>
        </pc:graphicFrameChg>
      </pc:sldChg>
      <pc:sldChg chg="addSp modSp mod setBg">
        <pc:chgData name="Mr.Muhammad Zulfiqar Ali" userId="c4b4daea-c3cd-4a1b-ae38-2a74107589dc" providerId="ADAL" clId="{D0B6E22F-990E-4433-BB47-6FA9DE9EE448}" dt="2024-03-28T08:41:59.778" v="222" actId="207"/>
        <pc:sldMkLst>
          <pc:docMk/>
          <pc:sldMk cId="3528786457" sldId="344"/>
        </pc:sldMkLst>
        <pc:spChg chg="mod">
          <ac:chgData name="Mr.Muhammad Zulfiqar Ali" userId="c4b4daea-c3cd-4a1b-ae38-2a74107589dc" providerId="ADAL" clId="{D0B6E22F-990E-4433-BB47-6FA9DE9EE448}" dt="2024-03-28T08:41:41.804" v="214" actId="1076"/>
          <ac:spMkLst>
            <pc:docMk/>
            <pc:sldMk cId="3528786457" sldId="344"/>
            <ac:spMk id="2" creationId="{00000000-0000-0000-0000-000000000000}"/>
          </ac:spMkLst>
        </pc:spChg>
        <pc:spChg chg="mod">
          <ac:chgData name="Mr.Muhammad Zulfiqar Ali" userId="c4b4daea-c3cd-4a1b-ae38-2a74107589dc" providerId="ADAL" clId="{D0B6E22F-990E-4433-BB47-6FA9DE9EE448}" dt="2024-03-28T08:41:59.778" v="222" actId="207"/>
          <ac:spMkLst>
            <pc:docMk/>
            <pc:sldMk cId="3528786457" sldId="344"/>
            <ac:spMk id="3" creationId="{00000000-0000-0000-0000-000000000000}"/>
          </ac:spMkLst>
        </pc:spChg>
        <pc:spChg chg="add">
          <ac:chgData name="Mr.Muhammad Zulfiqar Ali" userId="c4b4daea-c3cd-4a1b-ae38-2a74107589dc" providerId="ADAL" clId="{D0B6E22F-990E-4433-BB47-6FA9DE9EE448}" dt="2024-03-28T08:41:02.061" v="206" actId="26606"/>
          <ac:spMkLst>
            <pc:docMk/>
            <pc:sldMk cId="3528786457" sldId="344"/>
            <ac:spMk id="9" creationId="{F7E42047-F7E7-4687-BBE0-D4BDC8E77BB1}"/>
          </ac:spMkLst>
        </pc:spChg>
        <pc:spChg chg="add">
          <ac:chgData name="Mr.Muhammad Zulfiqar Ali" userId="c4b4daea-c3cd-4a1b-ae38-2a74107589dc" providerId="ADAL" clId="{D0B6E22F-990E-4433-BB47-6FA9DE9EE448}" dt="2024-03-28T08:41:02.061" v="206" actId="26606"/>
          <ac:spMkLst>
            <pc:docMk/>
            <pc:sldMk cId="3528786457" sldId="344"/>
            <ac:spMk id="39" creationId="{2C509E7A-337A-4664-BEC2-03F9BCA0A463}"/>
          </ac:spMkLst>
        </pc:spChg>
        <pc:spChg chg="add">
          <ac:chgData name="Mr.Muhammad Zulfiqar Ali" userId="c4b4daea-c3cd-4a1b-ae38-2a74107589dc" providerId="ADAL" clId="{D0B6E22F-990E-4433-BB47-6FA9DE9EE448}" dt="2024-03-28T08:41:02.061" v="206" actId="26606"/>
          <ac:spMkLst>
            <pc:docMk/>
            <pc:sldMk cId="3528786457" sldId="344"/>
            <ac:spMk id="41" creationId="{D9AB99AB-E300-4B19-97C3-9A12EA3C7BDA}"/>
          </ac:spMkLst>
        </pc:spChg>
        <pc:grpChg chg="add">
          <ac:chgData name="Mr.Muhammad Zulfiqar Ali" userId="c4b4daea-c3cd-4a1b-ae38-2a74107589dc" providerId="ADAL" clId="{D0B6E22F-990E-4433-BB47-6FA9DE9EE448}" dt="2024-03-28T08:41:02.061" v="206" actId="26606"/>
          <ac:grpSpMkLst>
            <pc:docMk/>
            <pc:sldMk cId="3528786457" sldId="344"/>
            <ac:grpSpMk id="11" creationId="{8D6F839A-C8D9-4FBC-8EFD-9E56D12F4CD0}"/>
          </ac:grpSpMkLst>
        </pc:grpChg>
        <pc:grpChg chg="add">
          <ac:chgData name="Mr.Muhammad Zulfiqar Ali" userId="c4b4daea-c3cd-4a1b-ae38-2a74107589dc" providerId="ADAL" clId="{D0B6E22F-990E-4433-BB47-6FA9DE9EE448}" dt="2024-03-28T08:41:02.061" v="206" actId="26606"/>
          <ac:grpSpMkLst>
            <pc:docMk/>
            <pc:sldMk cId="3528786457" sldId="344"/>
            <ac:grpSpMk id="25" creationId="{70EDA856-A216-4EEC-9AB6-A59FFC703612}"/>
          </ac:grpSpMkLst>
        </pc:grpChg>
        <pc:picChg chg="add">
          <ac:chgData name="Mr.Muhammad Zulfiqar Ali" userId="c4b4daea-c3cd-4a1b-ae38-2a74107589dc" providerId="ADAL" clId="{D0B6E22F-990E-4433-BB47-6FA9DE9EE448}" dt="2024-03-28T08:41:02.061" v="206" actId="26606"/>
          <ac:picMkLst>
            <pc:docMk/>
            <pc:sldMk cId="3528786457" sldId="344"/>
            <ac:picMk id="5" creationId="{E86E1E34-58F3-804D-98D2-2D79AFB8147E}"/>
          </ac:picMkLst>
        </pc:picChg>
      </pc:sldChg>
      <pc:sldChg chg="modSp mod">
        <pc:chgData name="Mr.Muhammad Zulfiqar Ali" userId="c4b4daea-c3cd-4a1b-ae38-2a74107589dc" providerId="ADAL" clId="{D0B6E22F-990E-4433-BB47-6FA9DE9EE448}" dt="2024-03-28T08:45:26.895" v="265" actId="207"/>
        <pc:sldMkLst>
          <pc:docMk/>
          <pc:sldMk cId="1587818490" sldId="345"/>
        </pc:sldMkLst>
        <pc:spChg chg="mod">
          <ac:chgData name="Mr.Muhammad Zulfiqar Ali" userId="c4b4daea-c3cd-4a1b-ae38-2a74107589dc" providerId="ADAL" clId="{D0B6E22F-990E-4433-BB47-6FA9DE9EE448}" dt="2024-03-28T08:45:26.895" v="265" actId="207"/>
          <ac:spMkLst>
            <pc:docMk/>
            <pc:sldMk cId="1587818490" sldId="345"/>
            <ac:spMk id="4" creationId="{00000000-0000-0000-0000-000000000000}"/>
          </ac:spMkLst>
        </pc:spChg>
      </pc:sldChg>
      <pc:sldChg chg="modSp mod">
        <pc:chgData name="Mr.Muhammad Zulfiqar Ali" userId="c4b4daea-c3cd-4a1b-ae38-2a74107589dc" providerId="ADAL" clId="{D0B6E22F-990E-4433-BB47-6FA9DE9EE448}" dt="2024-03-28T08:45:50.696" v="301" actId="1037"/>
        <pc:sldMkLst>
          <pc:docMk/>
          <pc:sldMk cId="2271242633" sldId="346"/>
        </pc:sldMkLst>
        <pc:spChg chg="mod">
          <ac:chgData name="Mr.Muhammad Zulfiqar Ali" userId="c4b4daea-c3cd-4a1b-ae38-2a74107589dc" providerId="ADAL" clId="{D0B6E22F-990E-4433-BB47-6FA9DE9EE448}" dt="2024-03-28T08:45:50.696" v="301" actId="1037"/>
          <ac:spMkLst>
            <pc:docMk/>
            <pc:sldMk cId="2271242633" sldId="346"/>
            <ac:spMk id="4" creationId="{00000000-0000-0000-0000-000000000000}"/>
          </ac:spMkLst>
        </pc:spChg>
      </pc:sldChg>
      <pc:sldChg chg="modSp mod">
        <pc:chgData name="Mr.Muhammad Zulfiqar Ali" userId="c4b4daea-c3cd-4a1b-ae38-2a74107589dc" providerId="ADAL" clId="{D0B6E22F-990E-4433-BB47-6FA9DE9EE448}" dt="2024-03-28T08:46:10.649" v="302" actId="207"/>
        <pc:sldMkLst>
          <pc:docMk/>
          <pc:sldMk cId="1662754983" sldId="347"/>
        </pc:sldMkLst>
        <pc:spChg chg="mod">
          <ac:chgData name="Mr.Muhammad Zulfiqar Ali" userId="c4b4daea-c3cd-4a1b-ae38-2a74107589dc" providerId="ADAL" clId="{D0B6E22F-990E-4433-BB47-6FA9DE9EE448}" dt="2024-03-28T08:46:10.649" v="302" actId="207"/>
          <ac:spMkLst>
            <pc:docMk/>
            <pc:sldMk cId="1662754983" sldId="347"/>
            <ac:spMk id="4" creationId="{00000000-0000-0000-0000-000000000000}"/>
          </ac:spMkLst>
        </pc:spChg>
      </pc:sldChg>
      <pc:sldChg chg="modSp mod">
        <pc:chgData name="Mr.Muhammad Zulfiqar Ali" userId="c4b4daea-c3cd-4a1b-ae38-2a74107589dc" providerId="ADAL" clId="{D0B6E22F-990E-4433-BB47-6FA9DE9EE448}" dt="2024-03-28T08:46:47.308" v="312" actId="403"/>
        <pc:sldMkLst>
          <pc:docMk/>
          <pc:sldMk cId="286842346" sldId="348"/>
        </pc:sldMkLst>
        <pc:spChg chg="mod">
          <ac:chgData name="Mr.Muhammad Zulfiqar Ali" userId="c4b4daea-c3cd-4a1b-ae38-2a74107589dc" providerId="ADAL" clId="{D0B6E22F-990E-4433-BB47-6FA9DE9EE448}" dt="2024-03-28T08:46:47.308" v="312" actId="403"/>
          <ac:spMkLst>
            <pc:docMk/>
            <pc:sldMk cId="286842346" sldId="348"/>
            <ac:spMk id="4" creationId="{00000000-0000-0000-0000-000000000000}"/>
          </ac:spMkLst>
        </pc:spChg>
      </pc:sldChg>
      <pc:sldChg chg="modSp mod">
        <pc:chgData name="Mr.Muhammad Zulfiqar Ali" userId="c4b4daea-c3cd-4a1b-ae38-2a74107589dc" providerId="ADAL" clId="{D0B6E22F-990E-4433-BB47-6FA9DE9EE448}" dt="2024-03-28T08:48:34.349" v="325" actId="114"/>
        <pc:sldMkLst>
          <pc:docMk/>
          <pc:sldMk cId="80080170" sldId="349"/>
        </pc:sldMkLst>
        <pc:spChg chg="mod">
          <ac:chgData name="Mr.Muhammad Zulfiqar Ali" userId="c4b4daea-c3cd-4a1b-ae38-2a74107589dc" providerId="ADAL" clId="{D0B6E22F-990E-4433-BB47-6FA9DE9EE448}" dt="2024-03-28T08:48:34.349" v="325" actId="114"/>
          <ac:spMkLst>
            <pc:docMk/>
            <pc:sldMk cId="80080170" sldId="349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D0B6E22F-990E-4433-BB47-6FA9DE9EE448}" dt="2024-03-28T08:49:23.492" v="336" actId="33524"/>
        <pc:sldMkLst>
          <pc:docMk/>
          <pc:sldMk cId="1734435206" sldId="350"/>
        </pc:sldMkLst>
        <pc:spChg chg="mod">
          <ac:chgData name="Mr.Muhammad Zulfiqar Ali" userId="c4b4daea-c3cd-4a1b-ae38-2a74107589dc" providerId="ADAL" clId="{D0B6E22F-990E-4433-BB47-6FA9DE9EE448}" dt="2024-03-28T08:49:23.492" v="336" actId="33524"/>
          <ac:spMkLst>
            <pc:docMk/>
            <pc:sldMk cId="1734435206" sldId="350"/>
            <ac:spMk id="3" creationId="{00000000-0000-0000-0000-000000000000}"/>
          </ac:spMkLst>
        </pc:spChg>
      </pc:sldChg>
      <pc:sldChg chg="modSp mod">
        <pc:chgData name="Mr.Muhammad Zulfiqar Ali" userId="c4b4daea-c3cd-4a1b-ae38-2a74107589dc" providerId="ADAL" clId="{D0B6E22F-990E-4433-BB47-6FA9DE9EE448}" dt="2024-03-28T08:50:35.354" v="386" actId="20577"/>
        <pc:sldMkLst>
          <pc:docMk/>
          <pc:sldMk cId="1664616604" sldId="351"/>
        </pc:sldMkLst>
        <pc:spChg chg="mod">
          <ac:chgData name="Mr.Muhammad Zulfiqar Ali" userId="c4b4daea-c3cd-4a1b-ae38-2a74107589dc" providerId="ADAL" clId="{D0B6E22F-990E-4433-BB47-6FA9DE9EE448}" dt="2024-03-28T08:50:11.166" v="377" actId="33524"/>
          <ac:spMkLst>
            <pc:docMk/>
            <pc:sldMk cId="1664616604" sldId="351"/>
            <ac:spMk id="3" creationId="{00000000-0000-0000-0000-000000000000}"/>
          </ac:spMkLst>
        </pc:spChg>
        <pc:spChg chg="mod">
          <ac:chgData name="Mr.Muhammad Zulfiqar Ali" userId="c4b4daea-c3cd-4a1b-ae38-2a74107589dc" providerId="ADAL" clId="{D0B6E22F-990E-4433-BB47-6FA9DE9EE448}" dt="2024-03-28T08:50:35.354" v="386" actId="20577"/>
          <ac:spMkLst>
            <pc:docMk/>
            <pc:sldMk cId="1664616604" sldId="351"/>
            <ac:spMk id="4" creationId="{00000000-0000-0000-0000-000000000000}"/>
          </ac:spMkLst>
        </pc:spChg>
      </pc:sldChg>
      <pc:sldChg chg="modSp mod">
        <pc:chgData name="Mr.Muhammad Zulfiqar Ali" userId="c4b4daea-c3cd-4a1b-ae38-2a74107589dc" providerId="ADAL" clId="{D0B6E22F-990E-4433-BB47-6FA9DE9EE448}" dt="2024-03-28T08:51:48" v="410" actId="14100"/>
        <pc:sldMkLst>
          <pc:docMk/>
          <pc:sldMk cId="1608561027" sldId="352"/>
        </pc:sldMkLst>
        <pc:spChg chg="mod">
          <ac:chgData name="Mr.Muhammad Zulfiqar Ali" userId="c4b4daea-c3cd-4a1b-ae38-2a74107589dc" providerId="ADAL" clId="{D0B6E22F-990E-4433-BB47-6FA9DE9EE448}" dt="2024-03-28T08:51:30.522" v="407" actId="1035"/>
          <ac:spMkLst>
            <pc:docMk/>
            <pc:sldMk cId="1608561027" sldId="352"/>
            <ac:spMk id="3" creationId="{00000000-0000-0000-0000-000000000000}"/>
          </ac:spMkLst>
        </pc:spChg>
        <pc:spChg chg="mod">
          <ac:chgData name="Mr.Muhammad Zulfiqar Ali" userId="c4b4daea-c3cd-4a1b-ae38-2a74107589dc" providerId="ADAL" clId="{D0B6E22F-990E-4433-BB47-6FA9DE9EE448}" dt="2024-03-28T08:51:48" v="410" actId="14100"/>
          <ac:spMkLst>
            <pc:docMk/>
            <pc:sldMk cId="1608561027" sldId="352"/>
            <ac:spMk id="4" creationId="{00000000-0000-0000-0000-000000000000}"/>
          </ac:spMkLst>
        </pc:spChg>
      </pc:sldChg>
      <pc:sldChg chg="modSp mod">
        <pc:chgData name="Mr.Muhammad Zulfiqar Ali" userId="c4b4daea-c3cd-4a1b-ae38-2a74107589dc" providerId="ADAL" clId="{D0B6E22F-990E-4433-BB47-6FA9DE9EE448}" dt="2024-03-28T08:53:24.347" v="426" actId="1076"/>
        <pc:sldMkLst>
          <pc:docMk/>
          <pc:sldMk cId="983554858" sldId="353"/>
        </pc:sldMkLst>
        <pc:spChg chg="mod">
          <ac:chgData name="Mr.Muhammad Zulfiqar Ali" userId="c4b4daea-c3cd-4a1b-ae38-2a74107589dc" providerId="ADAL" clId="{D0B6E22F-990E-4433-BB47-6FA9DE9EE448}" dt="2024-03-28T08:52:50.138" v="415" actId="1076"/>
          <ac:spMkLst>
            <pc:docMk/>
            <pc:sldMk cId="983554858" sldId="353"/>
            <ac:spMk id="3" creationId="{00000000-0000-0000-0000-000000000000}"/>
          </ac:spMkLst>
        </pc:spChg>
        <pc:spChg chg="mod">
          <ac:chgData name="Mr.Muhammad Zulfiqar Ali" userId="c4b4daea-c3cd-4a1b-ae38-2a74107589dc" providerId="ADAL" clId="{D0B6E22F-990E-4433-BB47-6FA9DE9EE448}" dt="2024-03-28T08:53:24.347" v="426" actId="1076"/>
          <ac:spMkLst>
            <pc:docMk/>
            <pc:sldMk cId="983554858" sldId="353"/>
            <ac:spMk id="4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1325BA-F6A9-4001-961B-A74BC79CBE28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1F11F23-527C-482D-8B6D-CBA37ADD0968}">
      <dgm:prSet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In workplace contexts, groups come across problems that need to be resolved</a:t>
          </a:r>
        </a:p>
      </dgm:t>
    </dgm:pt>
    <dgm:pt modelId="{789F7ED0-5B9C-4067-BCD9-E1F97CD3B733}" type="parTrans" cxnId="{18493D89-F305-4AE3-9361-EE759496CD5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08CEDD0-9B7F-4C3B-8983-67ED7045D85E}" type="sibTrans" cxnId="{18493D89-F305-4AE3-9361-EE759496CD5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5B4FB1C-3C34-45B7-860D-DCDACD84BB67}">
      <dgm:prSet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Meetings are conducted to have member inputs and solution offerings</a:t>
          </a:r>
        </a:p>
      </dgm:t>
    </dgm:pt>
    <dgm:pt modelId="{C3022151-7755-46FA-B9C8-84FEDD4261D1}" type="parTrans" cxnId="{C36A19E6-D70F-4F1C-A1AE-66AFB604440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440A9F8-2C54-4E71-8651-DB0C75C9B000}" type="sibTrans" cxnId="{C36A19E6-D70F-4F1C-A1AE-66AFB604440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A9AB28C-AD4B-4F64-8B50-C2E487E80028}">
      <dgm:prSet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Informed decisions then are taken to resolve the issues and achieve the goals</a:t>
          </a:r>
        </a:p>
      </dgm:t>
    </dgm:pt>
    <dgm:pt modelId="{9F16264E-47C7-4C69-B299-1137BC000A4D}" type="parTrans" cxnId="{F160A2DE-5F49-4E13-87B9-C230040DD80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43E72F1-3C73-4B6E-B84C-6D186B51B166}" type="sibTrans" cxnId="{F160A2DE-5F49-4E13-87B9-C230040DD80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EA18C53-0766-46B9-9FB9-9CF79BAEC9D4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>
              <a:solidFill>
                <a:schemeClr val="tx1"/>
              </a:solidFill>
            </a:rPr>
            <a:t>If the problem-solving mechanism is not systematically adapted, failures set in</a:t>
          </a:r>
        </a:p>
      </dgm:t>
    </dgm:pt>
    <dgm:pt modelId="{497870FE-A1B5-4A7B-931C-FEF3ECF20BE6}" type="parTrans" cxnId="{2C042B51-3956-43AA-A4D1-DBFB1F31912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54D39F6-0E51-40D2-B5C3-E95F32739D1C}" type="sibTrans" cxnId="{2C042B51-3956-43AA-A4D1-DBFB1F31912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A8B92B1-1F18-40F5-A583-1754F4783726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There is time and resources wastage, a frequent show of blame-game causing inefficiency/ failure to achieve the goals</a:t>
          </a:r>
        </a:p>
      </dgm:t>
    </dgm:pt>
    <dgm:pt modelId="{B33F38CC-3AF3-4386-9F04-823AFD1BB812}" type="parTrans" cxnId="{00BB0B56-9F45-4688-A816-D393C8BBAA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4A9A7C3-9E8F-4BDD-88BE-B081975B8E6F}" type="sibTrans" cxnId="{00BB0B56-9F45-4688-A816-D393C8BBAA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75E2A8B-321B-4E14-A6C1-5E778295EF95}">
      <dgm:prSet/>
      <dgm:spPr>
        <a:noFill/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Leadership skills effectively manage group interactions, responsibility sharing, and have decision making/ action implementation</a:t>
          </a:r>
        </a:p>
      </dgm:t>
    </dgm:pt>
    <dgm:pt modelId="{13F85EE7-BA42-4CCD-8E6B-1380BCD8470D}" type="parTrans" cxnId="{CEE72EC6-FE52-4BAD-AD9D-7806CDDD17D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13019D7-CB15-47CD-BA1E-7B6D3C1AF9EA}" type="sibTrans" cxnId="{CEE72EC6-FE52-4BAD-AD9D-7806CDDD17D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741048F-4C01-4725-A23C-E46737B844CC}" type="pres">
      <dgm:prSet presAssocID="{FF1325BA-F6A9-4001-961B-A74BC79CBE28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B82D313-3C20-4E93-B95B-A3FEEC3C8625}" type="pres">
      <dgm:prSet presAssocID="{A1F11F23-527C-482D-8B6D-CBA37ADD0968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445D27-E55F-44C2-9DCB-1ED4FDAD4834}" type="pres">
      <dgm:prSet presAssocID="{608CEDD0-9B7F-4C3B-8983-67ED7045D85E}" presName="sibTrans" presStyleLbl="sibTrans1D1" presStyleIdx="0" presStyleCnt="5"/>
      <dgm:spPr/>
      <dgm:t>
        <a:bodyPr/>
        <a:lstStyle/>
        <a:p>
          <a:endParaRPr lang="en-US"/>
        </a:p>
      </dgm:t>
    </dgm:pt>
    <dgm:pt modelId="{EEFA8B74-5A8C-4A78-BF75-887F3D030722}" type="pres">
      <dgm:prSet presAssocID="{608CEDD0-9B7F-4C3B-8983-67ED7045D85E}" presName="connectorText" presStyleLbl="sibTrans1D1" presStyleIdx="0" presStyleCnt="5"/>
      <dgm:spPr/>
      <dgm:t>
        <a:bodyPr/>
        <a:lstStyle/>
        <a:p>
          <a:endParaRPr lang="en-US"/>
        </a:p>
      </dgm:t>
    </dgm:pt>
    <dgm:pt modelId="{95B13468-4075-4C72-B900-9EABEB1599D5}" type="pres">
      <dgm:prSet presAssocID="{F5B4FB1C-3C34-45B7-860D-DCDACD84BB67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5DE0D7-EAC4-4A4D-90D5-45FC60FC08F3}" type="pres">
      <dgm:prSet presAssocID="{2440A9F8-2C54-4E71-8651-DB0C75C9B000}" presName="sibTrans" presStyleLbl="sibTrans1D1" presStyleIdx="1" presStyleCnt="5"/>
      <dgm:spPr/>
      <dgm:t>
        <a:bodyPr/>
        <a:lstStyle/>
        <a:p>
          <a:endParaRPr lang="en-US"/>
        </a:p>
      </dgm:t>
    </dgm:pt>
    <dgm:pt modelId="{C5804ADE-4DB9-44E4-936C-E8958F99CCF5}" type="pres">
      <dgm:prSet presAssocID="{2440A9F8-2C54-4E71-8651-DB0C75C9B000}" presName="connectorText" presStyleLbl="sibTrans1D1" presStyleIdx="1" presStyleCnt="5"/>
      <dgm:spPr/>
      <dgm:t>
        <a:bodyPr/>
        <a:lstStyle/>
        <a:p>
          <a:endParaRPr lang="en-US"/>
        </a:p>
      </dgm:t>
    </dgm:pt>
    <dgm:pt modelId="{F539E7CC-7541-4FCD-97BE-A2D0D7A3E8B2}" type="pres">
      <dgm:prSet presAssocID="{DA9AB28C-AD4B-4F64-8B50-C2E487E80028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5416AA-BBA5-466D-8942-876BEE85A582}" type="pres">
      <dgm:prSet presAssocID="{B43E72F1-3C73-4B6E-B84C-6D186B51B166}" presName="sibTrans" presStyleLbl="sibTrans1D1" presStyleIdx="2" presStyleCnt="5"/>
      <dgm:spPr/>
      <dgm:t>
        <a:bodyPr/>
        <a:lstStyle/>
        <a:p>
          <a:endParaRPr lang="en-US"/>
        </a:p>
      </dgm:t>
    </dgm:pt>
    <dgm:pt modelId="{2048B35E-96B9-4CE7-9A74-CE431AF8C81A}" type="pres">
      <dgm:prSet presAssocID="{B43E72F1-3C73-4B6E-B84C-6D186B51B166}" presName="connectorText" presStyleLbl="sibTrans1D1" presStyleIdx="2" presStyleCnt="5"/>
      <dgm:spPr/>
      <dgm:t>
        <a:bodyPr/>
        <a:lstStyle/>
        <a:p>
          <a:endParaRPr lang="en-US"/>
        </a:p>
      </dgm:t>
    </dgm:pt>
    <dgm:pt modelId="{CF119DC0-3C8B-4060-BC1C-7772CC37824B}" type="pres">
      <dgm:prSet presAssocID="{BEA18C53-0766-46B9-9FB9-9CF79BAEC9D4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23172E-8908-45F9-9C72-D6B311C50551}" type="pres">
      <dgm:prSet presAssocID="{D54D39F6-0E51-40D2-B5C3-E95F32739D1C}" presName="sibTrans" presStyleLbl="sibTrans1D1" presStyleIdx="3" presStyleCnt="5"/>
      <dgm:spPr/>
      <dgm:t>
        <a:bodyPr/>
        <a:lstStyle/>
        <a:p>
          <a:endParaRPr lang="en-US"/>
        </a:p>
      </dgm:t>
    </dgm:pt>
    <dgm:pt modelId="{2DDE9868-FF88-40E6-BCA6-5C2D74AEB2A8}" type="pres">
      <dgm:prSet presAssocID="{D54D39F6-0E51-40D2-B5C3-E95F32739D1C}" presName="connectorText" presStyleLbl="sibTrans1D1" presStyleIdx="3" presStyleCnt="5"/>
      <dgm:spPr/>
      <dgm:t>
        <a:bodyPr/>
        <a:lstStyle/>
        <a:p>
          <a:endParaRPr lang="en-US"/>
        </a:p>
      </dgm:t>
    </dgm:pt>
    <dgm:pt modelId="{63AD98A0-DA7C-43F8-8EBF-CD2023DFF967}" type="pres">
      <dgm:prSet presAssocID="{FA8B92B1-1F18-40F5-A583-1754F4783726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154B82C-9772-4DB5-B142-08C8158DB1CB}" type="pres">
      <dgm:prSet presAssocID="{24A9A7C3-9E8F-4BDD-88BE-B081975B8E6F}" presName="sibTrans" presStyleLbl="sibTrans1D1" presStyleIdx="4" presStyleCnt="5"/>
      <dgm:spPr/>
      <dgm:t>
        <a:bodyPr/>
        <a:lstStyle/>
        <a:p>
          <a:endParaRPr lang="en-US"/>
        </a:p>
      </dgm:t>
    </dgm:pt>
    <dgm:pt modelId="{133C4C07-DBB8-4A88-8C8D-2F44EAB5F037}" type="pres">
      <dgm:prSet presAssocID="{24A9A7C3-9E8F-4BDD-88BE-B081975B8E6F}" presName="connectorText" presStyleLbl="sibTrans1D1" presStyleIdx="4" presStyleCnt="5"/>
      <dgm:spPr/>
      <dgm:t>
        <a:bodyPr/>
        <a:lstStyle/>
        <a:p>
          <a:endParaRPr lang="en-US"/>
        </a:p>
      </dgm:t>
    </dgm:pt>
    <dgm:pt modelId="{800E2967-3787-4FB0-BFBD-4F4B4E897E69}" type="pres">
      <dgm:prSet presAssocID="{775E2A8B-321B-4E14-A6C1-5E778295EF95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569CBBF-AD0A-4C43-9FC0-3BD2D78CB76A}" type="presOf" srcId="{FF1325BA-F6A9-4001-961B-A74BC79CBE28}" destId="{6741048F-4C01-4725-A23C-E46737B844CC}" srcOrd="0" destOrd="0" presId="urn:microsoft.com/office/officeart/2016/7/layout/RepeatingBendingProcessNew"/>
    <dgm:cxn modelId="{06B6A8AD-3F3E-4945-B603-E90F52E5320A}" type="presOf" srcId="{24A9A7C3-9E8F-4BDD-88BE-B081975B8E6F}" destId="{133C4C07-DBB8-4A88-8C8D-2F44EAB5F037}" srcOrd="1" destOrd="0" presId="urn:microsoft.com/office/officeart/2016/7/layout/RepeatingBendingProcessNew"/>
    <dgm:cxn modelId="{02250AEA-4942-4543-A080-A84D0C423A70}" type="presOf" srcId="{B43E72F1-3C73-4B6E-B84C-6D186B51B166}" destId="{2048B35E-96B9-4CE7-9A74-CE431AF8C81A}" srcOrd="1" destOrd="0" presId="urn:microsoft.com/office/officeart/2016/7/layout/RepeatingBendingProcessNew"/>
    <dgm:cxn modelId="{8874F3D2-BF29-4982-8FB6-903D60A94C21}" type="presOf" srcId="{D54D39F6-0E51-40D2-B5C3-E95F32739D1C}" destId="{9523172E-8908-45F9-9C72-D6B311C50551}" srcOrd="0" destOrd="0" presId="urn:microsoft.com/office/officeart/2016/7/layout/RepeatingBendingProcessNew"/>
    <dgm:cxn modelId="{2C042B51-3956-43AA-A4D1-DBFB1F319124}" srcId="{FF1325BA-F6A9-4001-961B-A74BC79CBE28}" destId="{BEA18C53-0766-46B9-9FB9-9CF79BAEC9D4}" srcOrd="3" destOrd="0" parTransId="{497870FE-A1B5-4A7B-931C-FEF3ECF20BE6}" sibTransId="{D54D39F6-0E51-40D2-B5C3-E95F32739D1C}"/>
    <dgm:cxn modelId="{415ECDAF-4DEE-49DD-9D1A-456E00813944}" type="presOf" srcId="{B43E72F1-3C73-4B6E-B84C-6D186B51B166}" destId="{825416AA-BBA5-466D-8942-876BEE85A582}" srcOrd="0" destOrd="0" presId="urn:microsoft.com/office/officeart/2016/7/layout/RepeatingBendingProcessNew"/>
    <dgm:cxn modelId="{1D2E75A3-8650-4BD6-9127-9F4FA7D99D33}" type="presOf" srcId="{FA8B92B1-1F18-40F5-A583-1754F4783726}" destId="{63AD98A0-DA7C-43F8-8EBF-CD2023DFF967}" srcOrd="0" destOrd="0" presId="urn:microsoft.com/office/officeart/2016/7/layout/RepeatingBendingProcessNew"/>
    <dgm:cxn modelId="{C734FE0A-570C-46A8-8610-B060F1F43888}" type="presOf" srcId="{2440A9F8-2C54-4E71-8651-DB0C75C9B000}" destId="{C5804ADE-4DB9-44E4-936C-E8958F99CCF5}" srcOrd="1" destOrd="0" presId="urn:microsoft.com/office/officeart/2016/7/layout/RepeatingBendingProcessNew"/>
    <dgm:cxn modelId="{AFBC9CC9-A08C-496B-A151-B5DDAE9A5D73}" type="presOf" srcId="{A1F11F23-527C-482D-8B6D-CBA37ADD0968}" destId="{6B82D313-3C20-4E93-B95B-A3FEEC3C8625}" srcOrd="0" destOrd="0" presId="urn:microsoft.com/office/officeart/2016/7/layout/RepeatingBendingProcessNew"/>
    <dgm:cxn modelId="{1651B53D-20A9-4395-8EC3-A48099B0DAFB}" type="presOf" srcId="{24A9A7C3-9E8F-4BDD-88BE-B081975B8E6F}" destId="{A154B82C-9772-4DB5-B142-08C8158DB1CB}" srcOrd="0" destOrd="0" presId="urn:microsoft.com/office/officeart/2016/7/layout/RepeatingBendingProcessNew"/>
    <dgm:cxn modelId="{CEE72EC6-FE52-4BAD-AD9D-7806CDDD17DB}" srcId="{FF1325BA-F6A9-4001-961B-A74BC79CBE28}" destId="{775E2A8B-321B-4E14-A6C1-5E778295EF95}" srcOrd="5" destOrd="0" parTransId="{13F85EE7-BA42-4CCD-8E6B-1380BCD8470D}" sibTransId="{313019D7-CB15-47CD-BA1E-7B6D3C1AF9EA}"/>
    <dgm:cxn modelId="{63E9DFA2-BDD9-4D10-8B0C-3DA6CEF25CC5}" type="presOf" srcId="{DA9AB28C-AD4B-4F64-8B50-C2E487E80028}" destId="{F539E7CC-7541-4FCD-97BE-A2D0D7A3E8B2}" srcOrd="0" destOrd="0" presId="urn:microsoft.com/office/officeart/2016/7/layout/RepeatingBendingProcessNew"/>
    <dgm:cxn modelId="{18493D89-F305-4AE3-9361-EE759496CD54}" srcId="{FF1325BA-F6A9-4001-961B-A74BC79CBE28}" destId="{A1F11F23-527C-482D-8B6D-CBA37ADD0968}" srcOrd="0" destOrd="0" parTransId="{789F7ED0-5B9C-4067-BCD9-E1F97CD3B733}" sibTransId="{608CEDD0-9B7F-4C3B-8983-67ED7045D85E}"/>
    <dgm:cxn modelId="{21608DEA-0DF9-48BA-89E6-48F21B0609E4}" type="presOf" srcId="{D54D39F6-0E51-40D2-B5C3-E95F32739D1C}" destId="{2DDE9868-FF88-40E6-BCA6-5C2D74AEB2A8}" srcOrd="1" destOrd="0" presId="urn:microsoft.com/office/officeart/2016/7/layout/RepeatingBendingProcessNew"/>
    <dgm:cxn modelId="{F160A2DE-5F49-4E13-87B9-C230040DD80E}" srcId="{FF1325BA-F6A9-4001-961B-A74BC79CBE28}" destId="{DA9AB28C-AD4B-4F64-8B50-C2E487E80028}" srcOrd="2" destOrd="0" parTransId="{9F16264E-47C7-4C69-B299-1137BC000A4D}" sibTransId="{B43E72F1-3C73-4B6E-B84C-6D186B51B166}"/>
    <dgm:cxn modelId="{B9B51F77-B366-4287-A1F1-B722E8CD38BB}" type="presOf" srcId="{F5B4FB1C-3C34-45B7-860D-DCDACD84BB67}" destId="{95B13468-4075-4C72-B900-9EABEB1599D5}" srcOrd="0" destOrd="0" presId="urn:microsoft.com/office/officeart/2016/7/layout/RepeatingBendingProcessNew"/>
    <dgm:cxn modelId="{2B8E3BE4-FAB6-4F5E-83AB-5C4B67C5FE2A}" type="presOf" srcId="{608CEDD0-9B7F-4C3B-8983-67ED7045D85E}" destId="{EB445D27-E55F-44C2-9DCB-1ED4FDAD4834}" srcOrd="0" destOrd="0" presId="urn:microsoft.com/office/officeart/2016/7/layout/RepeatingBendingProcessNew"/>
    <dgm:cxn modelId="{C36A19E6-D70F-4F1C-A1AE-66AFB6044405}" srcId="{FF1325BA-F6A9-4001-961B-A74BC79CBE28}" destId="{F5B4FB1C-3C34-45B7-860D-DCDACD84BB67}" srcOrd="1" destOrd="0" parTransId="{C3022151-7755-46FA-B9C8-84FEDD4261D1}" sibTransId="{2440A9F8-2C54-4E71-8651-DB0C75C9B000}"/>
    <dgm:cxn modelId="{EDB323FD-E306-45BF-9939-1ACDBCA34BD0}" type="presOf" srcId="{775E2A8B-321B-4E14-A6C1-5E778295EF95}" destId="{800E2967-3787-4FB0-BFBD-4F4B4E897E69}" srcOrd="0" destOrd="0" presId="urn:microsoft.com/office/officeart/2016/7/layout/RepeatingBendingProcessNew"/>
    <dgm:cxn modelId="{00BB0B56-9F45-4688-A816-D393C8BBAA12}" srcId="{FF1325BA-F6A9-4001-961B-A74BC79CBE28}" destId="{FA8B92B1-1F18-40F5-A583-1754F4783726}" srcOrd="4" destOrd="0" parTransId="{B33F38CC-3AF3-4386-9F04-823AFD1BB812}" sibTransId="{24A9A7C3-9E8F-4BDD-88BE-B081975B8E6F}"/>
    <dgm:cxn modelId="{5DC7564A-4072-43C3-9C93-9022914501A7}" type="presOf" srcId="{BEA18C53-0766-46B9-9FB9-9CF79BAEC9D4}" destId="{CF119DC0-3C8B-4060-BC1C-7772CC37824B}" srcOrd="0" destOrd="0" presId="urn:microsoft.com/office/officeart/2016/7/layout/RepeatingBendingProcessNew"/>
    <dgm:cxn modelId="{B43634A5-ACCA-4D3A-B2BC-1583DC0DA93E}" type="presOf" srcId="{608CEDD0-9B7F-4C3B-8983-67ED7045D85E}" destId="{EEFA8B74-5A8C-4A78-BF75-887F3D030722}" srcOrd="1" destOrd="0" presId="urn:microsoft.com/office/officeart/2016/7/layout/RepeatingBendingProcessNew"/>
    <dgm:cxn modelId="{C270908F-828D-4381-8881-B3B9B9EE2B1C}" type="presOf" srcId="{2440A9F8-2C54-4E71-8651-DB0C75C9B000}" destId="{095DE0D7-EAC4-4A4D-90D5-45FC60FC08F3}" srcOrd="0" destOrd="0" presId="urn:microsoft.com/office/officeart/2016/7/layout/RepeatingBendingProcessNew"/>
    <dgm:cxn modelId="{75E8CB10-7FD0-40C6-9987-1BBEB1B4E616}" type="presParOf" srcId="{6741048F-4C01-4725-A23C-E46737B844CC}" destId="{6B82D313-3C20-4E93-B95B-A3FEEC3C8625}" srcOrd="0" destOrd="0" presId="urn:microsoft.com/office/officeart/2016/7/layout/RepeatingBendingProcessNew"/>
    <dgm:cxn modelId="{2740ADF7-3B24-4518-BDCB-5AB25B921FBF}" type="presParOf" srcId="{6741048F-4C01-4725-A23C-E46737B844CC}" destId="{EB445D27-E55F-44C2-9DCB-1ED4FDAD4834}" srcOrd="1" destOrd="0" presId="urn:microsoft.com/office/officeart/2016/7/layout/RepeatingBendingProcessNew"/>
    <dgm:cxn modelId="{5A7C80E4-D75F-438B-9984-17C3CD76A0C2}" type="presParOf" srcId="{EB445D27-E55F-44C2-9DCB-1ED4FDAD4834}" destId="{EEFA8B74-5A8C-4A78-BF75-887F3D030722}" srcOrd="0" destOrd="0" presId="urn:microsoft.com/office/officeart/2016/7/layout/RepeatingBendingProcessNew"/>
    <dgm:cxn modelId="{D4CB56B1-0CF3-4CEC-B15E-A33597B877B0}" type="presParOf" srcId="{6741048F-4C01-4725-A23C-E46737B844CC}" destId="{95B13468-4075-4C72-B900-9EABEB1599D5}" srcOrd="2" destOrd="0" presId="urn:microsoft.com/office/officeart/2016/7/layout/RepeatingBendingProcessNew"/>
    <dgm:cxn modelId="{3721E6DF-B64C-46D4-BE27-94EFE94DEE12}" type="presParOf" srcId="{6741048F-4C01-4725-A23C-E46737B844CC}" destId="{095DE0D7-EAC4-4A4D-90D5-45FC60FC08F3}" srcOrd="3" destOrd="0" presId="urn:microsoft.com/office/officeart/2016/7/layout/RepeatingBendingProcessNew"/>
    <dgm:cxn modelId="{A606C773-8E6D-432A-A3FE-7DDE98B82A81}" type="presParOf" srcId="{095DE0D7-EAC4-4A4D-90D5-45FC60FC08F3}" destId="{C5804ADE-4DB9-44E4-936C-E8958F99CCF5}" srcOrd="0" destOrd="0" presId="urn:microsoft.com/office/officeart/2016/7/layout/RepeatingBendingProcessNew"/>
    <dgm:cxn modelId="{6FF93EF0-F05D-41C6-9FD8-B5260B253C7F}" type="presParOf" srcId="{6741048F-4C01-4725-A23C-E46737B844CC}" destId="{F539E7CC-7541-4FCD-97BE-A2D0D7A3E8B2}" srcOrd="4" destOrd="0" presId="urn:microsoft.com/office/officeart/2016/7/layout/RepeatingBendingProcessNew"/>
    <dgm:cxn modelId="{CA826826-D267-4EAF-9521-709E7FA5EAF4}" type="presParOf" srcId="{6741048F-4C01-4725-A23C-E46737B844CC}" destId="{825416AA-BBA5-466D-8942-876BEE85A582}" srcOrd="5" destOrd="0" presId="urn:microsoft.com/office/officeart/2016/7/layout/RepeatingBendingProcessNew"/>
    <dgm:cxn modelId="{8BDA9CBB-10F4-4BD1-ACCE-2DCDCD224649}" type="presParOf" srcId="{825416AA-BBA5-466D-8942-876BEE85A582}" destId="{2048B35E-96B9-4CE7-9A74-CE431AF8C81A}" srcOrd="0" destOrd="0" presId="urn:microsoft.com/office/officeart/2016/7/layout/RepeatingBendingProcessNew"/>
    <dgm:cxn modelId="{AAC05F77-0F19-4062-89EF-65EEA1C9B813}" type="presParOf" srcId="{6741048F-4C01-4725-A23C-E46737B844CC}" destId="{CF119DC0-3C8B-4060-BC1C-7772CC37824B}" srcOrd="6" destOrd="0" presId="urn:microsoft.com/office/officeart/2016/7/layout/RepeatingBendingProcessNew"/>
    <dgm:cxn modelId="{4F40F52E-E85D-4C62-AE04-A12F5863F70C}" type="presParOf" srcId="{6741048F-4C01-4725-A23C-E46737B844CC}" destId="{9523172E-8908-45F9-9C72-D6B311C50551}" srcOrd="7" destOrd="0" presId="urn:microsoft.com/office/officeart/2016/7/layout/RepeatingBendingProcessNew"/>
    <dgm:cxn modelId="{7434278F-B357-4F64-8C42-F3DD164DDEC5}" type="presParOf" srcId="{9523172E-8908-45F9-9C72-D6B311C50551}" destId="{2DDE9868-FF88-40E6-BCA6-5C2D74AEB2A8}" srcOrd="0" destOrd="0" presId="urn:microsoft.com/office/officeart/2016/7/layout/RepeatingBendingProcessNew"/>
    <dgm:cxn modelId="{3B0DF74A-467E-4F02-B055-D95E8C9FB594}" type="presParOf" srcId="{6741048F-4C01-4725-A23C-E46737B844CC}" destId="{63AD98A0-DA7C-43F8-8EBF-CD2023DFF967}" srcOrd="8" destOrd="0" presId="urn:microsoft.com/office/officeart/2016/7/layout/RepeatingBendingProcessNew"/>
    <dgm:cxn modelId="{A42B4B5D-2584-4D46-A4DD-2492C76B3479}" type="presParOf" srcId="{6741048F-4C01-4725-A23C-E46737B844CC}" destId="{A154B82C-9772-4DB5-B142-08C8158DB1CB}" srcOrd="9" destOrd="0" presId="urn:microsoft.com/office/officeart/2016/7/layout/RepeatingBendingProcessNew"/>
    <dgm:cxn modelId="{C2DE3238-9A44-4495-B3CD-D46AE2FCAF2C}" type="presParOf" srcId="{A154B82C-9772-4DB5-B142-08C8158DB1CB}" destId="{133C4C07-DBB8-4A88-8C8D-2F44EAB5F037}" srcOrd="0" destOrd="0" presId="urn:microsoft.com/office/officeart/2016/7/layout/RepeatingBendingProcessNew"/>
    <dgm:cxn modelId="{B7FE3A1F-7CC1-4BA2-813A-0F7C2DAA908C}" type="presParOf" srcId="{6741048F-4C01-4725-A23C-E46737B844CC}" destId="{800E2967-3787-4FB0-BFBD-4F4B4E897E69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1CDA0A-04A0-451F-9DFE-A370F176C4C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77FF19E-5547-4ED9-9C82-35AE118ACBCC}">
      <dgm:prSet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b="0" dirty="0">
              <a:solidFill>
                <a:schemeClr val="tx1"/>
              </a:solidFill>
            </a:rPr>
            <a:t>Task Roles:</a:t>
          </a:r>
        </a:p>
      </dgm:t>
    </dgm:pt>
    <dgm:pt modelId="{3678ABE7-2DDA-4C15-9170-3D6950DD7079}" type="parTrans" cxnId="{D21DE29F-8E99-4DB3-B4CC-4A1E958C2FE7}">
      <dgm:prSet/>
      <dgm:spPr/>
      <dgm:t>
        <a:bodyPr/>
        <a:lstStyle/>
        <a:p>
          <a:endParaRPr lang="en-US"/>
        </a:p>
      </dgm:t>
    </dgm:pt>
    <dgm:pt modelId="{D6D6F13B-A82E-479E-B4BD-B5DF47EAB426}" type="sibTrans" cxnId="{D21DE29F-8E99-4DB3-B4CC-4A1E958C2FE7}">
      <dgm:prSet/>
      <dgm:spPr/>
      <dgm:t>
        <a:bodyPr/>
        <a:lstStyle/>
        <a:p>
          <a:endParaRPr lang="en-US"/>
        </a:p>
      </dgm:t>
    </dgm:pt>
    <dgm:pt modelId="{6A91ED76-AD32-4A50-BD9F-DFDD2EDBC744}">
      <dgm:prSet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b="0" dirty="0">
              <a:solidFill>
                <a:schemeClr val="tx1"/>
              </a:solidFill>
            </a:rPr>
            <a:t>Help the group acquire, process or apply information that contributes directly to task completion</a:t>
          </a:r>
        </a:p>
      </dgm:t>
    </dgm:pt>
    <dgm:pt modelId="{35BEE54D-1696-483E-9036-F2C932E87332}" type="parTrans" cxnId="{1955AA30-543D-4B80-B6BC-C96B66BAB7DD}">
      <dgm:prSet/>
      <dgm:spPr/>
      <dgm:t>
        <a:bodyPr/>
        <a:lstStyle/>
        <a:p>
          <a:endParaRPr lang="en-US"/>
        </a:p>
      </dgm:t>
    </dgm:pt>
    <dgm:pt modelId="{1BCC94F3-DDFD-4811-B120-A3427277FE84}" type="sibTrans" cxnId="{1955AA30-543D-4B80-B6BC-C96B66BAB7DD}">
      <dgm:prSet/>
      <dgm:spPr/>
      <dgm:t>
        <a:bodyPr/>
        <a:lstStyle/>
        <a:p>
          <a:endParaRPr lang="en-US"/>
        </a:p>
      </dgm:t>
    </dgm:pt>
    <dgm:pt modelId="{232C7903-EB9C-4032-AA21-092E1C7C6435}">
      <dgm:prSet/>
      <dgm:spPr/>
      <dgm:t>
        <a:bodyPr/>
        <a:lstStyle/>
        <a:p>
          <a:r>
            <a:rPr lang="en-US"/>
            <a:t>High quality, most relevant information is provided</a:t>
          </a:r>
        </a:p>
      </dgm:t>
    </dgm:pt>
    <dgm:pt modelId="{8BE913F7-6F29-4D3D-A1F8-4E039A43223F}" type="parTrans" cxnId="{5E722142-645D-4388-A358-AF8A4D07A283}">
      <dgm:prSet/>
      <dgm:spPr/>
      <dgm:t>
        <a:bodyPr/>
        <a:lstStyle/>
        <a:p>
          <a:endParaRPr lang="en-US"/>
        </a:p>
      </dgm:t>
    </dgm:pt>
    <dgm:pt modelId="{B6BE05CD-5714-4216-B615-99C25A4CDB6A}" type="sibTrans" cxnId="{5E722142-645D-4388-A358-AF8A4D07A283}">
      <dgm:prSet/>
      <dgm:spPr/>
      <dgm:t>
        <a:bodyPr/>
        <a:lstStyle/>
        <a:p>
          <a:endParaRPr lang="en-US"/>
        </a:p>
      </dgm:t>
    </dgm:pt>
    <dgm:pt modelId="{ED36E1CA-AED5-44A6-9415-240D0FCA416E}">
      <dgm:prSet/>
      <dgm:spPr/>
      <dgm:t>
        <a:bodyPr/>
        <a:lstStyle/>
        <a:p>
          <a:r>
            <a:rPr lang="en-US"/>
            <a:t>Other members are probed for ideas</a:t>
          </a:r>
        </a:p>
      </dgm:t>
    </dgm:pt>
    <dgm:pt modelId="{95E005A9-9F9F-48B2-93AE-83D2B5537B49}" type="parTrans" cxnId="{4B5EC410-C87D-4322-93C6-136AE0FDEB57}">
      <dgm:prSet/>
      <dgm:spPr/>
      <dgm:t>
        <a:bodyPr/>
        <a:lstStyle/>
        <a:p>
          <a:endParaRPr lang="en-US"/>
        </a:p>
      </dgm:t>
    </dgm:pt>
    <dgm:pt modelId="{6C2F7502-137A-4ADD-B335-694DEFD65054}" type="sibTrans" cxnId="{4B5EC410-C87D-4322-93C6-136AE0FDEB57}">
      <dgm:prSet/>
      <dgm:spPr/>
      <dgm:t>
        <a:bodyPr/>
        <a:lstStyle/>
        <a:p>
          <a:endParaRPr lang="en-US"/>
        </a:p>
      </dgm:t>
    </dgm:pt>
    <dgm:pt modelId="{A5BF9CE2-67D0-422A-B337-E151FE60D541}">
      <dgm:prSet/>
      <dgm:spPr/>
      <dgm:t>
        <a:bodyPr/>
        <a:lstStyle/>
        <a:p>
          <a:r>
            <a:rPr lang="en-US" dirty="0"/>
            <a:t>Provided content is analyzed and scrutinized</a:t>
          </a:r>
        </a:p>
      </dgm:t>
    </dgm:pt>
    <dgm:pt modelId="{3984190E-3AFF-466F-98ED-22F2EE9CF623}" type="parTrans" cxnId="{B046DA02-3DFD-4DAB-B988-03AEA2F5A7F5}">
      <dgm:prSet/>
      <dgm:spPr/>
      <dgm:t>
        <a:bodyPr/>
        <a:lstStyle/>
        <a:p>
          <a:endParaRPr lang="en-US"/>
        </a:p>
      </dgm:t>
    </dgm:pt>
    <dgm:pt modelId="{D90E791D-A042-46EF-BBA6-D07BD7BB32FB}" type="sibTrans" cxnId="{B046DA02-3DFD-4DAB-B988-03AEA2F5A7F5}">
      <dgm:prSet/>
      <dgm:spPr/>
      <dgm:t>
        <a:bodyPr/>
        <a:lstStyle/>
        <a:p>
          <a:endParaRPr lang="en-US"/>
        </a:p>
      </dgm:t>
    </dgm:pt>
    <dgm:pt modelId="{2819BF6E-CFF6-4680-A71E-64DCAB592CC7}" type="pres">
      <dgm:prSet presAssocID="{2E1CDA0A-04A0-451F-9DFE-A370F176C4C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8B7F5B2-DAAE-4631-9297-B57C2785125F}" type="pres">
      <dgm:prSet presAssocID="{577FF19E-5547-4ED9-9C82-35AE118ACBCC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B20C63-C08C-4BA5-B7CC-E88CD518CD26}" type="pres">
      <dgm:prSet presAssocID="{D6D6F13B-A82E-479E-B4BD-B5DF47EAB426}" presName="spacer" presStyleCnt="0"/>
      <dgm:spPr/>
    </dgm:pt>
    <dgm:pt modelId="{FEC201BD-94F0-4DA8-AC44-956C0FC0D202}" type="pres">
      <dgm:prSet presAssocID="{6A91ED76-AD32-4A50-BD9F-DFDD2EDBC744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AB445A-211B-4F05-9259-F1FA699AB857}" type="pres">
      <dgm:prSet presAssocID="{6A91ED76-AD32-4A50-BD9F-DFDD2EDBC744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046DA02-3DFD-4DAB-B988-03AEA2F5A7F5}" srcId="{6A91ED76-AD32-4A50-BD9F-DFDD2EDBC744}" destId="{A5BF9CE2-67D0-422A-B337-E151FE60D541}" srcOrd="2" destOrd="0" parTransId="{3984190E-3AFF-466F-98ED-22F2EE9CF623}" sibTransId="{D90E791D-A042-46EF-BBA6-D07BD7BB32FB}"/>
    <dgm:cxn modelId="{D21DE29F-8E99-4DB3-B4CC-4A1E958C2FE7}" srcId="{2E1CDA0A-04A0-451F-9DFE-A370F176C4CA}" destId="{577FF19E-5547-4ED9-9C82-35AE118ACBCC}" srcOrd="0" destOrd="0" parTransId="{3678ABE7-2DDA-4C15-9170-3D6950DD7079}" sibTransId="{D6D6F13B-A82E-479E-B4BD-B5DF47EAB426}"/>
    <dgm:cxn modelId="{C598BFF3-EE85-4990-A3A1-5C77585B8BAE}" type="presOf" srcId="{2E1CDA0A-04A0-451F-9DFE-A370F176C4CA}" destId="{2819BF6E-CFF6-4680-A71E-64DCAB592CC7}" srcOrd="0" destOrd="0" presId="urn:microsoft.com/office/officeart/2005/8/layout/vList2"/>
    <dgm:cxn modelId="{7BF9F0B9-CD09-4FC7-89F6-0BD286A411E9}" type="presOf" srcId="{577FF19E-5547-4ED9-9C82-35AE118ACBCC}" destId="{D8B7F5B2-DAAE-4631-9297-B57C2785125F}" srcOrd="0" destOrd="0" presId="urn:microsoft.com/office/officeart/2005/8/layout/vList2"/>
    <dgm:cxn modelId="{4B5EC410-C87D-4322-93C6-136AE0FDEB57}" srcId="{6A91ED76-AD32-4A50-BD9F-DFDD2EDBC744}" destId="{ED36E1CA-AED5-44A6-9415-240D0FCA416E}" srcOrd="1" destOrd="0" parTransId="{95E005A9-9F9F-48B2-93AE-83D2B5537B49}" sibTransId="{6C2F7502-137A-4ADD-B335-694DEFD65054}"/>
    <dgm:cxn modelId="{97A17B1A-0F20-4684-AA92-C1A33B3BAF1E}" type="presOf" srcId="{232C7903-EB9C-4032-AA21-092E1C7C6435}" destId="{53AB445A-211B-4F05-9259-F1FA699AB857}" srcOrd="0" destOrd="0" presId="urn:microsoft.com/office/officeart/2005/8/layout/vList2"/>
    <dgm:cxn modelId="{5E722142-645D-4388-A358-AF8A4D07A283}" srcId="{6A91ED76-AD32-4A50-BD9F-DFDD2EDBC744}" destId="{232C7903-EB9C-4032-AA21-092E1C7C6435}" srcOrd="0" destOrd="0" parTransId="{8BE913F7-6F29-4D3D-A1F8-4E039A43223F}" sibTransId="{B6BE05CD-5714-4216-B615-99C25A4CDB6A}"/>
    <dgm:cxn modelId="{F2A163EA-013A-42B9-93A9-299C8E135C15}" type="presOf" srcId="{A5BF9CE2-67D0-422A-B337-E151FE60D541}" destId="{53AB445A-211B-4F05-9259-F1FA699AB857}" srcOrd="0" destOrd="2" presId="urn:microsoft.com/office/officeart/2005/8/layout/vList2"/>
    <dgm:cxn modelId="{1955AA30-543D-4B80-B6BC-C96B66BAB7DD}" srcId="{2E1CDA0A-04A0-451F-9DFE-A370F176C4CA}" destId="{6A91ED76-AD32-4A50-BD9F-DFDD2EDBC744}" srcOrd="1" destOrd="0" parTransId="{35BEE54D-1696-483E-9036-F2C932E87332}" sibTransId="{1BCC94F3-DDFD-4811-B120-A3427277FE84}"/>
    <dgm:cxn modelId="{4FF8854C-82EF-4C81-B9E0-7BC4C8A622A7}" type="presOf" srcId="{ED36E1CA-AED5-44A6-9415-240D0FCA416E}" destId="{53AB445A-211B-4F05-9259-F1FA699AB857}" srcOrd="0" destOrd="1" presId="urn:microsoft.com/office/officeart/2005/8/layout/vList2"/>
    <dgm:cxn modelId="{747B2339-DE1B-4332-8319-35C4F448F550}" type="presOf" srcId="{6A91ED76-AD32-4A50-BD9F-DFDD2EDBC744}" destId="{FEC201BD-94F0-4DA8-AC44-956C0FC0D202}" srcOrd="0" destOrd="0" presId="urn:microsoft.com/office/officeart/2005/8/layout/vList2"/>
    <dgm:cxn modelId="{CCB7DF12-1C44-4577-8ECC-8D9799081784}" type="presParOf" srcId="{2819BF6E-CFF6-4680-A71E-64DCAB592CC7}" destId="{D8B7F5B2-DAAE-4631-9297-B57C2785125F}" srcOrd="0" destOrd="0" presId="urn:microsoft.com/office/officeart/2005/8/layout/vList2"/>
    <dgm:cxn modelId="{C0E18E42-AEC4-44C7-93CF-C24E989FAB80}" type="presParOf" srcId="{2819BF6E-CFF6-4680-A71E-64DCAB592CC7}" destId="{D3B20C63-C08C-4BA5-B7CC-E88CD518CD26}" srcOrd="1" destOrd="0" presId="urn:microsoft.com/office/officeart/2005/8/layout/vList2"/>
    <dgm:cxn modelId="{FA921F39-9BA7-477E-8A75-27ED05DA5491}" type="presParOf" srcId="{2819BF6E-CFF6-4680-A71E-64DCAB592CC7}" destId="{FEC201BD-94F0-4DA8-AC44-956C0FC0D202}" srcOrd="2" destOrd="0" presId="urn:microsoft.com/office/officeart/2005/8/layout/vList2"/>
    <dgm:cxn modelId="{6C6D4C2C-1681-4CF0-B59F-20A3118F1918}" type="presParOf" srcId="{2819BF6E-CFF6-4680-A71E-64DCAB592CC7}" destId="{53AB445A-211B-4F05-9259-F1FA699AB85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445D27-E55F-44C2-9DCB-1ED4FDAD4834}">
      <dsp:nvSpPr>
        <dsp:cNvPr id="0" name=""/>
        <dsp:cNvSpPr/>
      </dsp:nvSpPr>
      <dsp:spPr>
        <a:xfrm>
          <a:off x="3316460" y="1658347"/>
          <a:ext cx="7305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30577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3662719" y="1700261"/>
        <a:ext cx="38058" cy="7611"/>
      </dsp:txXfrm>
    </dsp:sp>
    <dsp:sp modelId="{6B82D313-3C20-4E93-B95B-A3FEEC3C8625}">
      <dsp:nvSpPr>
        <dsp:cNvPr id="0" name=""/>
        <dsp:cNvSpPr/>
      </dsp:nvSpPr>
      <dsp:spPr>
        <a:xfrm>
          <a:off x="8791" y="711226"/>
          <a:ext cx="3309468" cy="1985681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167" tIns="170223" rIns="162167" bIns="170223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solidFill>
                <a:schemeClr val="tx1"/>
              </a:solidFill>
            </a:rPr>
            <a:t>In workplace contexts, groups come across problems that need to be resolved</a:t>
          </a:r>
        </a:p>
      </dsp:txBody>
      <dsp:txXfrm>
        <a:off x="8791" y="711226"/>
        <a:ext cx="3309468" cy="1985681"/>
      </dsp:txXfrm>
    </dsp:sp>
    <dsp:sp modelId="{095DE0D7-EAC4-4A4D-90D5-45FC60FC08F3}">
      <dsp:nvSpPr>
        <dsp:cNvPr id="0" name=""/>
        <dsp:cNvSpPr/>
      </dsp:nvSpPr>
      <dsp:spPr>
        <a:xfrm>
          <a:off x="7387106" y="1658347"/>
          <a:ext cx="7305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30577" y="45720"/>
              </a:lnTo>
            </a:path>
          </a:pathLst>
        </a:custGeom>
        <a:noFill/>
        <a:ln w="9525" cap="rnd" cmpd="sng" algn="ctr">
          <a:solidFill>
            <a:schemeClr val="accent2">
              <a:hueOff val="113291"/>
              <a:satOff val="-11998"/>
              <a:lumOff val="-29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7733365" y="1700261"/>
        <a:ext cx="38058" cy="7611"/>
      </dsp:txXfrm>
    </dsp:sp>
    <dsp:sp modelId="{95B13468-4075-4C72-B900-9EABEB1599D5}">
      <dsp:nvSpPr>
        <dsp:cNvPr id="0" name=""/>
        <dsp:cNvSpPr/>
      </dsp:nvSpPr>
      <dsp:spPr>
        <a:xfrm>
          <a:off x="4079437" y="711226"/>
          <a:ext cx="3309468" cy="1985681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167" tIns="170223" rIns="162167" bIns="170223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solidFill>
                <a:schemeClr val="tx1"/>
              </a:solidFill>
            </a:rPr>
            <a:t>Meetings are conducted to have member inputs and solution offerings</a:t>
          </a:r>
        </a:p>
      </dsp:txBody>
      <dsp:txXfrm>
        <a:off x="4079437" y="711226"/>
        <a:ext cx="3309468" cy="1985681"/>
      </dsp:txXfrm>
    </dsp:sp>
    <dsp:sp modelId="{825416AA-BBA5-466D-8942-876BEE85A582}">
      <dsp:nvSpPr>
        <dsp:cNvPr id="0" name=""/>
        <dsp:cNvSpPr/>
      </dsp:nvSpPr>
      <dsp:spPr>
        <a:xfrm>
          <a:off x="1663525" y="2695107"/>
          <a:ext cx="8141292" cy="730577"/>
        </a:xfrm>
        <a:custGeom>
          <a:avLst/>
          <a:gdLst/>
          <a:ahLst/>
          <a:cxnLst/>
          <a:rect l="0" t="0" r="0" b="0"/>
          <a:pathLst>
            <a:path>
              <a:moveTo>
                <a:pt x="8141292" y="0"/>
              </a:moveTo>
              <a:lnTo>
                <a:pt x="8141292" y="382388"/>
              </a:lnTo>
              <a:lnTo>
                <a:pt x="0" y="382388"/>
              </a:lnTo>
              <a:lnTo>
                <a:pt x="0" y="730577"/>
              </a:lnTo>
            </a:path>
          </a:pathLst>
        </a:custGeom>
        <a:noFill/>
        <a:ln w="9525" cap="rnd" cmpd="sng" algn="ctr">
          <a:solidFill>
            <a:schemeClr val="accent2">
              <a:hueOff val="226582"/>
              <a:satOff val="-23996"/>
              <a:lumOff val="-58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5529752" y="3056590"/>
        <a:ext cx="408839" cy="7611"/>
      </dsp:txXfrm>
    </dsp:sp>
    <dsp:sp modelId="{F539E7CC-7541-4FCD-97BE-A2D0D7A3E8B2}">
      <dsp:nvSpPr>
        <dsp:cNvPr id="0" name=""/>
        <dsp:cNvSpPr/>
      </dsp:nvSpPr>
      <dsp:spPr>
        <a:xfrm>
          <a:off x="8150083" y="711226"/>
          <a:ext cx="3309468" cy="1985681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167" tIns="170223" rIns="162167" bIns="170223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solidFill>
                <a:schemeClr val="tx1"/>
              </a:solidFill>
            </a:rPr>
            <a:t>Informed decisions then are taken to resolve the issues and achieve the goals</a:t>
          </a:r>
        </a:p>
      </dsp:txBody>
      <dsp:txXfrm>
        <a:off x="8150083" y="711226"/>
        <a:ext cx="3309468" cy="1985681"/>
      </dsp:txXfrm>
    </dsp:sp>
    <dsp:sp modelId="{9523172E-8908-45F9-9C72-D6B311C50551}">
      <dsp:nvSpPr>
        <dsp:cNvPr id="0" name=""/>
        <dsp:cNvSpPr/>
      </dsp:nvSpPr>
      <dsp:spPr>
        <a:xfrm>
          <a:off x="3316460" y="4405205"/>
          <a:ext cx="7305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30577" y="45720"/>
              </a:lnTo>
            </a:path>
          </a:pathLst>
        </a:custGeom>
        <a:noFill/>
        <a:ln w="9525" cap="rnd" cmpd="sng" algn="ctr">
          <a:solidFill>
            <a:schemeClr val="accent2">
              <a:hueOff val="339874"/>
              <a:satOff val="-35995"/>
              <a:lumOff val="-88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3662719" y="4447120"/>
        <a:ext cx="38058" cy="7611"/>
      </dsp:txXfrm>
    </dsp:sp>
    <dsp:sp modelId="{CF119DC0-3C8B-4060-BC1C-7772CC37824B}">
      <dsp:nvSpPr>
        <dsp:cNvPr id="0" name=""/>
        <dsp:cNvSpPr/>
      </dsp:nvSpPr>
      <dsp:spPr>
        <a:xfrm>
          <a:off x="8791" y="3458085"/>
          <a:ext cx="3309468" cy="1985681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167" tIns="170223" rIns="162167" bIns="170223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>
              <a:solidFill>
                <a:schemeClr val="tx1"/>
              </a:solidFill>
            </a:rPr>
            <a:t>If the problem-solving mechanism is not systematically adapted, failures set in</a:t>
          </a:r>
        </a:p>
      </dsp:txBody>
      <dsp:txXfrm>
        <a:off x="8791" y="3458085"/>
        <a:ext cx="3309468" cy="1985681"/>
      </dsp:txXfrm>
    </dsp:sp>
    <dsp:sp modelId="{A154B82C-9772-4DB5-B142-08C8158DB1CB}">
      <dsp:nvSpPr>
        <dsp:cNvPr id="0" name=""/>
        <dsp:cNvSpPr/>
      </dsp:nvSpPr>
      <dsp:spPr>
        <a:xfrm>
          <a:off x="7387106" y="4405205"/>
          <a:ext cx="7305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30577" y="45720"/>
              </a:lnTo>
            </a:path>
          </a:pathLst>
        </a:custGeom>
        <a:noFill/>
        <a:ln w="9525" cap="rnd" cmpd="sng" algn="ctr">
          <a:solidFill>
            <a:schemeClr val="accent2">
              <a:hueOff val="453165"/>
              <a:satOff val="-47993"/>
              <a:lumOff val="-117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>
            <a:solidFill>
              <a:schemeClr val="tx1"/>
            </a:solidFill>
          </a:endParaRPr>
        </a:p>
      </dsp:txBody>
      <dsp:txXfrm>
        <a:off x="7733365" y="4447120"/>
        <a:ext cx="38058" cy="7611"/>
      </dsp:txXfrm>
    </dsp:sp>
    <dsp:sp modelId="{63AD98A0-DA7C-43F8-8EBF-CD2023DFF967}">
      <dsp:nvSpPr>
        <dsp:cNvPr id="0" name=""/>
        <dsp:cNvSpPr/>
      </dsp:nvSpPr>
      <dsp:spPr>
        <a:xfrm>
          <a:off x="4079437" y="3458085"/>
          <a:ext cx="3309468" cy="1985681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167" tIns="170223" rIns="162167" bIns="170223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solidFill>
                <a:schemeClr val="tx1"/>
              </a:solidFill>
            </a:rPr>
            <a:t>There is time and resources wastage, a frequent show of blame-game causing inefficiency/ failure to achieve the goals</a:t>
          </a:r>
        </a:p>
      </dsp:txBody>
      <dsp:txXfrm>
        <a:off x="4079437" y="3458085"/>
        <a:ext cx="3309468" cy="1985681"/>
      </dsp:txXfrm>
    </dsp:sp>
    <dsp:sp modelId="{800E2967-3787-4FB0-BFBD-4F4B4E897E69}">
      <dsp:nvSpPr>
        <dsp:cNvPr id="0" name=""/>
        <dsp:cNvSpPr/>
      </dsp:nvSpPr>
      <dsp:spPr>
        <a:xfrm>
          <a:off x="8150083" y="3458085"/>
          <a:ext cx="3309468" cy="1985681"/>
        </a:xfrm>
        <a:prstGeom prst="rect">
          <a:avLst/>
        </a:prstGeom>
        <a:noFill/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167" tIns="170223" rIns="162167" bIns="170223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>
              <a:solidFill>
                <a:schemeClr val="tx1"/>
              </a:solidFill>
            </a:rPr>
            <a:t>Leadership skills effectively manage group interactions, responsibility sharing, and have decision making/ action implementation</a:t>
          </a:r>
        </a:p>
      </dsp:txBody>
      <dsp:txXfrm>
        <a:off x="8150083" y="3458085"/>
        <a:ext cx="3309468" cy="19856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7F5B2-DAAE-4631-9297-B57C2785125F}">
      <dsp:nvSpPr>
        <dsp:cNvPr id="0" name=""/>
        <dsp:cNvSpPr/>
      </dsp:nvSpPr>
      <dsp:spPr>
        <a:xfrm>
          <a:off x="0" y="9255"/>
          <a:ext cx="6832212" cy="1663959"/>
        </a:xfrm>
        <a:prstGeom prst="roundRect">
          <a:avLst/>
        </a:prstGeom>
        <a:solidFill>
          <a:schemeClr val="bg1">
            <a:lumMod val="85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0" kern="1200" dirty="0">
              <a:solidFill>
                <a:schemeClr val="tx1"/>
              </a:solidFill>
            </a:rPr>
            <a:t>Task Roles:</a:t>
          </a:r>
        </a:p>
      </dsp:txBody>
      <dsp:txXfrm>
        <a:off x="81228" y="90483"/>
        <a:ext cx="6669756" cy="1501503"/>
      </dsp:txXfrm>
    </dsp:sp>
    <dsp:sp modelId="{FEC201BD-94F0-4DA8-AC44-956C0FC0D202}">
      <dsp:nvSpPr>
        <dsp:cNvPr id="0" name=""/>
        <dsp:cNvSpPr/>
      </dsp:nvSpPr>
      <dsp:spPr>
        <a:xfrm>
          <a:off x="0" y="1759614"/>
          <a:ext cx="6832212" cy="1663959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0" kern="1200" dirty="0">
              <a:solidFill>
                <a:schemeClr val="tx1"/>
              </a:solidFill>
            </a:rPr>
            <a:t>Help the group acquire, process or apply information that contributes directly to task completion</a:t>
          </a:r>
        </a:p>
      </dsp:txBody>
      <dsp:txXfrm>
        <a:off x="81228" y="1840842"/>
        <a:ext cx="6669756" cy="1501503"/>
      </dsp:txXfrm>
    </dsp:sp>
    <dsp:sp modelId="{53AB445A-211B-4F05-9259-F1FA699AB857}">
      <dsp:nvSpPr>
        <dsp:cNvPr id="0" name=""/>
        <dsp:cNvSpPr/>
      </dsp:nvSpPr>
      <dsp:spPr>
        <a:xfrm>
          <a:off x="0" y="3423573"/>
          <a:ext cx="6832212" cy="18319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/>
            <a:t>High quality, most relevant information is provided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/>
            <a:t>Other members are probed for ideas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 dirty="0"/>
            <a:t>Provided content is analyzed and scrutinized</a:t>
          </a:r>
        </a:p>
      </dsp:txBody>
      <dsp:txXfrm>
        <a:off x="0" y="3423573"/>
        <a:ext cx="6832212" cy="18319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05T15:18:51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0 755 32 0 0,'193'-65'407'0'0,"97"-29"139"0"0,-22 7-79 0 0,-90 28-186 0 0,398-96 509 0 0,-528 143-729 0 0,-23 6-31 0 0,1 0 0 0 0,35-2-1 0 0,-24 4-2 0 0,22-2 11 0 0,-22 4-17 0 0,-28 1-6 0 0,2 1-9 0 0,32-2-8 0 0,-32 2-4 0 0,1 1 10 0 0,36 1-9 0 0,-35-1 38 0 0,-4-3-29 0 0,30-4 13 0 0,-29 4 4 0 0,-2 0-11 0 0,28-5 0 0 0,-28 5 16 0 0,1-1-25 0 0,25-8 10 0 0,-25 9 7 0 0,-1-2 4 0 0,44-17 7 0 0,20-9-20 0 0,-65 27-17 0 0,1 0 1 0 0,24-10-3 0 0,-24 10 1 0 0,0 0-3 0 0,26-7-1 0 0,-25 7-2 0 0,50-13-11 0 0,-49 14 22 0 0,27-10-16 0 0,5-6-14 0 0,-12 8 27 0 0,41-15-20 0 0,-1 1 26 0 0,-63 22 0 0 0,2 0-126 0 0,25-7 86 0 0,-25 7-17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05T15:18:53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96 0 0,'0'0'712'0'0,"62"-22"-732"0"0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C4F1B-74B0-4C1D-9D2B-093A8CAF4F2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BC72F-C1B8-44FC-840A-863B1AF86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68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9BC72F-C1B8-44FC-840A-863B1AF867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98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9BC72F-C1B8-44FC-840A-863B1AF8672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18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="" xmlns:a16="http://schemas.microsoft.com/office/drawing/2014/main" id="{6D356F1A-690D-401E-8CF3-E4686CDFEC3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F398A7BA-9279-4363-9D59-238782AB6B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3657608" y="228600"/>
            <a:ext cx="2851523" cy="6638625"/>
            <a:chOff x="2487613" y="285750"/>
            <a:chExt cx="2428875" cy="5654676"/>
          </a:xfrm>
        </p:grpSpPr>
        <p:sp>
          <p:nvSpPr>
            <p:cNvPr id="42" name="Freeform 11">
              <a:extLst>
                <a:ext uri="{FF2B5EF4-FFF2-40B4-BE49-F238E27FC236}">
                  <a16:creationId xmlns="" xmlns:a16="http://schemas.microsoft.com/office/drawing/2014/main" id="{8ACCBEEF-7085-4833-8335-E4613C0A171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2">
              <a:extLst>
                <a:ext uri="{FF2B5EF4-FFF2-40B4-BE49-F238E27FC236}">
                  <a16:creationId xmlns="" xmlns:a16="http://schemas.microsoft.com/office/drawing/2014/main" id="{B39C0EC5-6C91-409A-AB3F-D66AF23E9EA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3">
              <a:extLst>
                <a:ext uri="{FF2B5EF4-FFF2-40B4-BE49-F238E27FC236}">
                  <a16:creationId xmlns="" xmlns:a16="http://schemas.microsoft.com/office/drawing/2014/main" id="{4D4A9340-30CF-474C-AC93-3E9048DFE92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4">
              <a:extLst>
                <a:ext uri="{FF2B5EF4-FFF2-40B4-BE49-F238E27FC236}">
                  <a16:creationId xmlns="" xmlns:a16="http://schemas.microsoft.com/office/drawing/2014/main" id="{C2D90565-D660-46B2-B574-5A6E37C8B1D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5">
              <a:extLst>
                <a:ext uri="{FF2B5EF4-FFF2-40B4-BE49-F238E27FC236}">
                  <a16:creationId xmlns="" xmlns:a16="http://schemas.microsoft.com/office/drawing/2014/main" id="{4ADDF1F8-3D32-49F9-8A53-B01C2D92CC7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6">
              <a:extLst>
                <a:ext uri="{FF2B5EF4-FFF2-40B4-BE49-F238E27FC236}">
                  <a16:creationId xmlns="" xmlns:a16="http://schemas.microsoft.com/office/drawing/2014/main" id="{DD712377-DF82-454C-8AF4-CA68112928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7">
              <a:extLst>
                <a:ext uri="{FF2B5EF4-FFF2-40B4-BE49-F238E27FC236}">
                  <a16:creationId xmlns="" xmlns:a16="http://schemas.microsoft.com/office/drawing/2014/main" id="{694E1871-CC0E-4704-902D-A324F58E490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="" xmlns:a16="http://schemas.microsoft.com/office/drawing/2014/main" id="{6CEE1CA2-8DDF-468B-B5E5-B584B84BD62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9">
              <a:extLst>
                <a:ext uri="{FF2B5EF4-FFF2-40B4-BE49-F238E27FC236}">
                  <a16:creationId xmlns="" xmlns:a16="http://schemas.microsoft.com/office/drawing/2014/main" id="{AAA4172B-3921-482A-ABEF-E70C9242A45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0">
              <a:extLst>
                <a:ext uri="{FF2B5EF4-FFF2-40B4-BE49-F238E27FC236}">
                  <a16:creationId xmlns="" xmlns:a16="http://schemas.microsoft.com/office/drawing/2014/main" id="{6D277B64-E367-442D-B59F-993A458565A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1">
              <a:extLst>
                <a:ext uri="{FF2B5EF4-FFF2-40B4-BE49-F238E27FC236}">
                  <a16:creationId xmlns="" xmlns:a16="http://schemas.microsoft.com/office/drawing/2014/main" id="{B4BA4199-8677-44FF-BD30-63130A0F5D9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2">
              <a:extLst>
                <a:ext uri="{FF2B5EF4-FFF2-40B4-BE49-F238E27FC236}">
                  <a16:creationId xmlns="" xmlns:a16="http://schemas.microsoft.com/office/drawing/2014/main" id="{A890CEB5-09DD-4185-9405-A39BA640504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="" xmlns:a16="http://schemas.microsoft.com/office/drawing/2014/main" id="{3B88DAD3-AF6F-4D6C-8512-7239A69A40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3684823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="" xmlns:a16="http://schemas.microsoft.com/office/drawing/2014/main" id="{1BA39A29-3A4E-4822-A540-9AD6ACCBA9B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8">
              <a:extLst>
                <a:ext uri="{FF2B5EF4-FFF2-40B4-BE49-F238E27FC236}">
                  <a16:creationId xmlns="" xmlns:a16="http://schemas.microsoft.com/office/drawing/2014/main" id="{B2ACACE6-15B3-4FAF-AA08-E1006B3FD5E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="" xmlns:a16="http://schemas.microsoft.com/office/drawing/2014/main" id="{1F9A4D9A-69F4-4FEC-B0DE-DD76F476EDD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="" xmlns:a16="http://schemas.microsoft.com/office/drawing/2014/main" id="{E92DC9B5-F16D-4C41-824C-822DE7AA009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="" xmlns:a16="http://schemas.microsoft.com/office/drawing/2014/main" id="{E737D559-8865-4000-A777-792FF67549C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="" xmlns:a16="http://schemas.microsoft.com/office/drawing/2014/main" id="{B1C2147A-442E-40A4-8A97-FF053B9D2A6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="" xmlns:a16="http://schemas.microsoft.com/office/drawing/2014/main" id="{B138F17C-6D47-4F1B-BE44-4A47FBCFF3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="" xmlns:a16="http://schemas.microsoft.com/office/drawing/2014/main" id="{1BCD5498-C801-426F-9CDD-B84178E72EC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="" xmlns:a16="http://schemas.microsoft.com/office/drawing/2014/main" id="{6DB0639C-39E0-4218-B7D1-0408D870F4F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="" xmlns:a16="http://schemas.microsoft.com/office/drawing/2014/main" id="{72715634-CCEA-4B5D-94D7-E2C090EA18F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="" xmlns:a16="http://schemas.microsoft.com/office/drawing/2014/main" id="{6BE08C78-1349-4408-8CE2-ED20F3244D9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="" xmlns:a16="http://schemas.microsoft.com/office/drawing/2014/main" id="{642D5BF8-EF6C-43FC-947B-6986882110D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6411" y="681281"/>
            <a:ext cx="6103949" cy="22627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Ch. 10. Problem Solving in Groups</a:t>
            </a:r>
            <a:br>
              <a:rPr lang="en-US" sz="2800" b="1" dirty="0"/>
            </a:br>
            <a:r>
              <a:rPr lang="en-US" sz="2800" dirty="0"/>
              <a:t>CLO – 04</a:t>
            </a:r>
            <a:br>
              <a:rPr lang="en-US" sz="2800" dirty="0"/>
            </a:br>
            <a:r>
              <a:rPr lang="en-US" sz="2800" dirty="0"/>
              <a:t>Identify workplace conflict and develop resolution strategies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35317" y="3273976"/>
            <a:ext cx="5681134" cy="112628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EE Communication Skills (SS-2010) </a:t>
            </a:r>
            <a:r>
              <a:rPr lang="en-US">
                <a:solidFill>
                  <a:schemeClr val="tx1"/>
                </a:solidFill>
              </a:rPr>
              <a:t>Spring </a:t>
            </a:r>
            <a:r>
              <a:rPr lang="en-US" smtClean="0">
                <a:solidFill>
                  <a:schemeClr val="tx1"/>
                </a:solidFill>
              </a:rPr>
              <a:t>2025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8841A10E-0F0E-4596-8888-870D709254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657599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33">
            <a:extLst>
              <a:ext uri="{FF2B5EF4-FFF2-40B4-BE49-F238E27FC236}">
                <a16:creationId xmlns="" xmlns:a16="http://schemas.microsoft.com/office/drawing/2014/main" id="{29B1E55C-E51F-4093-A2A8-137C3E9014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3657599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6" name="Picture 55" descr="Wood human figure">
            <a:extLst>
              <a:ext uri="{FF2B5EF4-FFF2-40B4-BE49-F238E27FC236}">
                <a16:creationId xmlns="" xmlns:a16="http://schemas.microsoft.com/office/drawing/2014/main" id="{ACF38816-EE53-8ECE-47D8-BD28849D80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99" r="57372" b="-1"/>
          <a:stretch/>
        </p:blipFill>
        <p:spPr>
          <a:xfrm>
            <a:off x="-2650" y="10"/>
            <a:ext cx="3681047" cy="685799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7F88E692-EFB9-BC5D-4625-E716F338872D}"/>
              </a:ext>
            </a:extLst>
          </p:cNvPr>
          <p:cNvGrpSpPr/>
          <p:nvPr/>
        </p:nvGrpSpPr>
        <p:grpSpPr>
          <a:xfrm>
            <a:off x="2782065" y="1687661"/>
            <a:ext cx="980280" cy="959400"/>
            <a:chOff x="2782065" y="1687661"/>
            <a:chExt cx="980280" cy="9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="" xmlns:a16="http://schemas.microsoft.com/office/drawing/2014/main" id="{74E81634-65EB-C26F-BC0A-F0290F59C36C}"/>
                    </a:ext>
                  </a:extLst>
                </p14:cNvPr>
                <p14:cNvContentPartPr/>
                <p14:nvPr/>
              </p14:nvContentPartPr>
              <p14:xfrm>
                <a:off x="2782065" y="2374901"/>
                <a:ext cx="980280" cy="272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4E81634-65EB-C26F-BC0A-F0290F59C36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73065" y="2365901"/>
                  <a:ext cx="9979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="" xmlns:a16="http://schemas.microsoft.com/office/drawing/2014/main" id="{50745557-B9A4-20C1-5BF8-5CECB378CF61}"/>
                    </a:ext>
                  </a:extLst>
                </p14:cNvPr>
                <p14:cNvContentPartPr/>
                <p14:nvPr/>
              </p14:nvContentPartPr>
              <p14:xfrm>
                <a:off x="3067185" y="1687661"/>
                <a:ext cx="22680" cy="8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0745557-B9A4-20C1-5BF8-5CECB378CF6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58545" y="1678661"/>
                  <a:ext cx="40320" cy="2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113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5642" y="256032"/>
            <a:ext cx="8915399" cy="707828"/>
          </a:xfrm>
        </p:spPr>
        <p:txBody>
          <a:bodyPr>
            <a:normAutofit/>
          </a:bodyPr>
          <a:lstStyle/>
          <a:p>
            <a:r>
              <a:rPr lang="en-US" sz="3200" b="1" dirty="0"/>
              <a:t>Learning Objectives </a:t>
            </a:r>
            <a:r>
              <a:rPr lang="en-US" sz="2400" dirty="0"/>
              <a:t>(CLO - 04)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0560" y="1497789"/>
            <a:ext cx="11521440" cy="333748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Understand Steps in Systematic Problem-Solving Process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Inspect the Leadership Function in Group Problem Solving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Differentiate Group Member Responsibilities in Meetings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Evaluate How Can Groups Communicate Solutions to Others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Activity #12 Speaking in a group context </a:t>
            </a:r>
            <a:r>
              <a:rPr lang="en-US" sz="2400" dirty="0"/>
              <a:t>(10 marks) (CLO – 04)</a:t>
            </a:r>
          </a:p>
        </p:txBody>
      </p:sp>
    </p:spTree>
    <p:extLst>
      <p:ext uri="{BB962C8B-B14F-4D97-AF65-F5344CB8AC3E}">
        <p14:creationId xmlns:p14="http://schemas.microsoft.com/office/powerpoint/2010/main" val="30214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966DD2F-FBF5-41CE-A3F4-565352D95D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F46FCE2B-F2D2-466E-B0AA-8E341DB4981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="" xmlns:a16="http://schemas.microsoft.com/office/drawing/2014/main" id="{2BD31C98-199A-4722-A1A5-4393A43E74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54066CF6-1DB2-B6B9-8389-5A72359370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9379787"/>
              </p:ext>
            </p:extLst>
          </p:nvPr>
        </p:nvGraphicFramePr>
        <p:xfrm>
          <a:off x="521109" y="648930"/>
          <a:ext cx="11468344" cy="6154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513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3096" y="190973"/>
            <a:ext cx="8911687" cy="651238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 Problem-Solving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722" y="1369767"/>
            <a:ext cx="10874477" cy="5297260"/>
          </a:xfrm>
        </p:spPr>
        <p:txBody>
          <a:bodyPr>
            <a:noAutofit/>
          </a:bodyPr>
          <a:lstStyle/>
          <a:p>
            <a:r>
              <a:rPr lang="en-US" sz="2400" dirty="0"/>
              <a:t>Groups use systematic approaches to solve problems in contexts</a:t>
            </a:r>
          </a:p>
          <a:p>
            <a:r>
              <a:rPr lang="en-US" sz="2400" dirty="0"/>
              <a:t>They refine, accept, reject, modify, combine ideas, and circle back to previous discussion as they go along</a:t>
            </a:r>
          </a:p>
          <a:p>
            <a:r>
              <a:rPr lang="en-US" sz="2400" dirty="0"/>
              <a:t>The organized groups are more efficient at effective solutions/ productivity</a:t>
            </a:r>
          </a:p>
          <a:p>
            <a:r>
              <a:rPr lang="en-US" sz="2400" dirty="0"/>
              <a:t>They may use:</a:t>
            </a:r>
          </a:p>
          <a:p>
            <a:pPr lvl="1"/>
            <a:r>
              <a:rPr lang="en-US" sz="2400" b="1" dirty="0"/>
              <a:t>The linear-process approaches </a:t>
            </a:r>
            <a:r>
              <a:rPr lang="en-US" sz="2400" dirty="0"/>
              <a:t>(highly structured – more efficient)</a:t>
            </a:r>
          </a:p>
          <a:p>
            <a:pPr lvl="1"/>
            <a:r>
              <a:rPr lang="en-US" sz="2400" b="1" dirty="0"/>
              <a:t>Spiral-sequence activities </a:t>
            </a:r>
            <a:r>
              <a:rPr lang="en-US" sz="2400" dirty="0"/>
              <a:t>(problem-solving criteria develops as they go along – less efficient)</a:t>
            </a:r>
          </a:p>
        </p:txBody>
      </p:sp>
    </p:spTree>
    <p:extLst>
      <p:ext uri="{BB962C8B-B14F-4D97-AF65-F5344CB8AC3E}">
        <p14:creationId xmlns:p14="http://schemas.microsoft.com/office/powerpoint/2010/main" val="2855968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6917" y="1299406"/>
            <a:ext cx="11406316" cy="5278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Groups making high quality decisions perform six tasks/ steps </a:t>
            </a:r>
            <a:r>
              <a:rPr lang="en-US" sz="2000" b="1" dirty="0"/>
              <a:t>(Dewey, 1933)</a:t>
            </a:r>
          </a:p>
          <a:p>
            <a:pPr marL="1257300" lvl="2" indent="-457200">
              <a:buFont typeface="+mj-lt"/>
              <a:buAutoNum type="arabicParenR"/>
            </a:pPr>
            <a:r>
              <a:rPr lang="en-US" sz="2400" dirty="0"/>
              <a:t>Identify and Define the Problem</a:t>
            </a:r>
          </a:p>
          <a:p>
            <a:pPr marL="1257300" lvl="2" indent="-457200">
              <a:buFont typeface="+mj-lt"/>
              <a:buAutoNum type="arabicParenR"/>
            </a:pPr>
            <a:r>
              <a:rPr lang="en-US" sz="2400" dirty="0"/>
              <a:t>Analyze the Problem</a:t>
            </a:r>
          </a:p>
          <a:p>
            <a:pPr marL="1257300" lvl="2" indent="-457200">
              <a:buFont typeface="+mj-lt"/>
              <a:buAutoNum type="arabicParenR"/>
            </a:pPr>
            <a:r>
              <a:rPr lang="en-US" sz="2400" dirty="0"/>
              <a:t>Determine/ Develop Criteria for Judging Solutions</a:t>
            </a:r>
          </a:p>
          <a:p>
            <a:pPr marL="1257300" lvl="2" indent="-457200">
              <a:buFont typeface="+mj-lt"/>
              <a:buAutoNum type="arabicParenR"/>
            </a:pPr>
            <a:r>
              <a:rPr lang="en-US" sz="2400" dirty="0"/>
              <a:t>Identify Alternative Solutions</a:t>
            </a:r>
          </a:p>
          <a:p>
            <a:pPr marL="1257300" lvl="2" indent="-457200">
              <a:buFont typeface="+mj-lt"/>
              <a:buAutoNum type="arabicParenR"/>
            </a:pPr>
            <a:r>
              <a:rPr lang="en-US" sz="2400" dirty="0"/>
              <a:t>Evaluate Solutions and Decide</a:t>
            </a:r>
          </a:p>
          <a:p>
            <a:pPr marL="1257300" lvl="2" indent="-457200">
              <a:buFont typeface="+mj-lt"/>
              <a:buAutoNum type="arabicParenR"/>
            </a:pPr>
            <a:r>
              <a:rPr lang="en-US" sz="2400" dirty="0"/>
              <a:t>Implement the Agreed-Upon Solution(s)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46415" y="137651"/>
            <a:ext cx="10499169" cy="5984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rgbClr val="7A0000"/>
                </a:solidFill>
              </a:rPr>
              <a:t>1. Steps in Systematic Problem-Solving Process</a:t>
            </a:r>
          </a:p>
        </p:txBody>
      </p:sp>
    </p:spTree>
    <p:extLst>
      <p:ext uri="{BB962C8B-B14F-4D97-AF65-F5344CB8AC3E}">
        <p14:creationId xmlns:p14="http://schemas.microsoft.com/office/powerpoint/2010/main" val="218538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="" xmlns:a16="http://schemas.microsoft.com/office/drawing/2014/main" id="{259C671B-1B22-4141-A9C0-2E7941FDA7C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44" name="Freeform 11">
              <a:extLst>
                <a:ext uri="{FF2B5EF4-FFF2-40B4-BE49-F238E27FC236}">
                  <a16:creationId xmlns="" xmlns:a16="http://schemas.microsoft.com/office/drawing/2014/main" id="{7B2F5A4B-FA0F-4625-82F7-1D3F11281BB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2">
              <a:extLst>
                <a:ext uri="{FF2B5EF4-FFF2-40B4-BE49-F238E27FC236}">
                  <a16:creationId xmlns="" xmlns:a16="http://schemas.microsoft.com/office/drawing/2014/main" id="{9ACB0BAE-722F-4C91-8C2A-44EF768E836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3">
              <a:extLst>
                <a:ext uri="{FF2B5EF4-FFF2-40B4-BE49-F238E27FC236}">
                  <a16:creationId xmlns="" xmlns:a16="http://schemas.microsoft.com/office/drawing/2014/main" id="{C3AC4D9F-59AC-421A-9FF3-C936CEC4397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4">
              <a:extLst>
                <a:ext uri="{FF2B5EF4-FFF2-40B4-BE49-F238E27FC236}">
                  <a16:creationId xmlns="" xmlns:a16="http://schemas.microsoft.com/office/drawing/2014/main" id="{797BCE03-677D-4D65-A4D1-1FD721DD5D6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5">
              <a:extLst>
                <a:ext uri="{FF2B5EF4-FFF2-40B4-BE49-F238E27FC236}">
                  <a16:creationId xmlns="" xmlns:a16="http://schemas.microsoft.com/office/drawing/2014/main" id="{D007E5D0-0B4E-4094-988C-9917146C2D1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6">
              <a:extLst>
                <a:ext uri="{FF2B5EF4-FFF2-40B4-BE49-F238E27FC236}">
                  <a16:creationId xmlns="" xmlns:a16="http://schemas.microsoft.com/office/drawing/2014/main" id="{024DB804-C06B-4A0A-AC43-6BCCB7D7600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7">
              <a:extLst>
                <a:ext uri="{FF2B5EF4-FFF2-40B4-BE49-F238E27FC236}">
                  <a16:creationId xmlns="" xmlns:a16="http://schemas.microsoft.com/office/drawing/2014/main" id="{B51DC17A-305E-486E-A527-5E8068E9EFB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18">
              <a:extLst>
                <a:ext uri="{FF2B5EF4-FFF2-40B4-BE49-F238E27FC236}">
                  <a16:creationId xmlns="" xmlns:a16="http://schemas.microsoft.com/office/drawing/2014/main" id="{B6CCA716-6D46-4523-BF96-FF1B0C54644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19">
              <a:extLst>
                <a:ext uri="{FF2B5EF4-FFF2-40B4-BE49-F238E27FC236}">
                  <a16:creationId xmlns="" xmlns:a16="http://schemas.microsoft.com/office/drawing/2014/main" id="{E632B09A-D30C-4268-B28B-ACD61276308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0">
              <a:extLst>
                <a:ext uri="{FF2B5EF4-FFF2-40B4-BE49-F238E27FC236}">
                  <a16:creationId xmlns="" xmlns:a16="http://schemas.microsoft.com/office/drawing/2014/main" id="{5FC839A4-228B-4EC0-8AF4-D8E38ECE67E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1">
              <a:extLst>
                <a:ext uri="{FF2B5EF4-FFF2-40B4-BE49-F238E27FC236}">
                  <a16:creationId xmlns="" xmlns:a16="http://schemas.microsoft.com/office/drawing/2014/main" id="{A8FFB1A1-5BB5-4551-87CD-F3365E6FE99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2">
              <a:extLst>
                <a:ext uri="{FF2B5EF4-FFF2-40B4-BE49-F238E27FC236}">
                  <a16:creationId xmlns="" xmlns:a16="http://schemas.microsoft.com/office/drawing/2014/main" id="{D05AF173-8E70-41FA-9254-DF9AC3DDA23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="" xmlns:a16="http://schemas.microsoft.com/office/drawing/2014/main" id="{1D56A4CE-A3F4-4CFF-9A65-C029AC17B7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57" name="Freeform 27">
              <a:extLst>
                <a:ext uri="{FF2B5EF4-FFF2-40B4-BE49-F238E27FC236}">
                  <a16:creationId xmlns="" xmlns:a16="http://schemas.microsoft.com/office/drawing/2014/main" id="{DF669161-0B30-4C76-96BF-962027487D8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28">
              <a:extLst>
                <a:ext uri="{FF2B5EF4-FFF2-40B4-BE49-F238E27FC236}">
                  <a16:creationId xmlns="" xmlns:a16="http://schemas.microsoft.com/office/drawing/2014/main" id="{A5232353-CF7C-44DD-8BEE-1C8FF54CDDC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29">
              <a:extLst>
                <a:ext uri="{FF2B5EF4-FFF2-40B4-BE49-F238E27FC236}">
                  <a16:creationId xmlns="" xmlns:a16="http://schemas.microsoft.com/office/drawing/2014/main" id="{AEA6CAE2-8741-4E88-A632-69C2B2EC581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0">
              <a:extLst>
                <a:ext uri="{FF2B5EF4-FFF2-40B4-BE49-F238E27FC236}">
                  <a16:creationId xmlns="" xmlns:a16="http://schemas.microsoft.com/office/drawing/2014/main" id="{014AC37D-4388-4AE6-9D4D-CCD99A608C0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1">
              <a:extLst>
                <a:ext uri="{FF2B5EF4-FFF2-40B4-BE49-F238E27FC236}">
                  <a16:creationId xmlns="" xmlns:a16="http://schemas.microsoft.com/office/drawing/2014/main" id="{7FE084B0-333E-4F7C-83F1-F7D132527D7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32">
              <a:extLst>
                <a:ext uri="{FF2B5EF4-FFF2-40B4-BE49-F238E27FC236}">
                  <a16:creationId xmlns="" xmlns:a16="http://schemas.microsoft.com/office/drawing/2014/main" id="{FDCFCB98-2E3A-4227-823C-80489BB2849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33">
              <a:extLst>
                <a:ext uri="{FF2B5EF4-FFF2-40B4-BE49-F238E27FC236}">
                  <a16:creationId xmlns="" xmlns:a16="http://schemas.microsoft.com/office/drawing/2014/main" id="{252F94DE-A6A3-4463-BE05-34281F1C878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34">
              <a:extLst>
                <a:ext uri="{FF2B5EF4-FFF2-40B4-BE49-F238E27FC236}">
                  <a16:creationId xmlns="" xmlns:a16="http://schemas.microsoft.com/office/drawing/2014/main" id="{16EA21FA-886F-43CF-9D44-C1342F3055B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35">
              <a:extLst>
                <a:ext uri="{FF2B5EF4-FFF2-40B4-BE49-F238E27FC236}">
                  <a16:creationId xmlns="" xmlns:a16="http://schemas.microsoft.com/office/drawing/2014/main" id="{88C821A5-BCF7-47FE-894F-0ADC5FDB288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36">
              <a:extLst>
                <a:ext uri="{FF2B5EF4-FFF2-40B4-BE49-F238E27FC236}">
                  <a16:creationId xmlns="" xmlns:a16="http://schemas.microsoft.com/office/drawing/2014/main" id="{F8337ECE-206A-472E-AFC4-0F230C91E80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37">
              <a:extLst>
                <a:ext uri="{FF2B5EF4-FFF2-40B4-BE49-F238E27FC236}">
                  <a16:creationId xmlns="" xmlns:a16="http://schemas.microsoft.com/office/drawing/2014/main" id="{90BB2EC4-D043-4B43-87E7-723A787EE8B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38">
              <a:extLst>
                <a:ext uri="{FF2B5EF4-FFF2-40B4-BE49-F238E27FC236}">
                  <a16:creationId xmlns="" xmlns:a16="http://schemas.microsoft.com/office/drawing/2014/main" id="{04013015-AF71-47BC-BE4D-ED9EFA24FF2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="" xmlns:a16="http://schemas.microsoft.com/office/drawing/2014/main" id="{71B30B18-D920-4E3E-B931-1F310244C1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0" name="Freeform 11">
            <a:extLst>
              <a:ext uri="{FF2B5EF4-FFF2-40B4-BE49-F238E27FC236}">
                <a16:creationId xmlns="" xmlns:a16="http://schemas.microsoft.com/office/drawing/2014/main" id="{C70EF50A-66E6-460A-8AF9-47A10D0D999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01520B72-94C4-4ABB-AC64-A3382705BE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35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="" xmlns:a16="http://schemas.microsoft.com/office/drawing/2014/main" id="{9A64CBFD-D6E8-4E6A-8F66-1948BED331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825" y="643467"/>
            <a:ext cx="733035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8841" y="299258"/>
            <a:ext cx="8911687" cy="807647"/>
          </a:xfrm>
        </p:spPr>
        <p:txBody>
          <a:bodyPr>
            <a:noAutofit/>
          </a:bodyPr>
          <a:lstStyle/>
          <a:p>
            <a:pPr lvl="2" algn="l" defTabSz="457200" rtl="0">
              <a:spcBef>
                <a:spcPct val="0"/>
              </a:spcBef>
            </a:pPr>
            <a:r>
              <a:rPr lang="en-US" sz="3200" dirty="0">
                <a:solidFill>
                  <a:srgbClr val="35199B"/>
                </a:solidFill>
                <a:latin typeface="+mj-lt"/>
              </a:rPr>
              <a:t>1) Identify and Define the Problem</a:t>
            </a:r>
            <a:endParaRPr lang="en-US" sz="2400" dirty="0">
              <a:solidFill>
                <a:srgbClr val="35199B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568" y="1254128"/>
            <a:ext cx="11277600" cy="53741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5199B"/>
                </a:solidFill>
              </a:rPr>
              <a:t>Identify the problem as apparent or underlying. Formally write it down.</a:t>
            </a:r>
          </a:p>
          <a:p>
            <a:pPr marL="0" indent="0">
              <a:buNone/>
            </a:pPr>
            <a:endParaRPr lang="en-US" sz="2400" b="1" dirty="0">
              <a:solidFill>
                <a:srgbClr val="35199B"/>
              </a:solidFill>
            </a:endParaRPr>
          </a:p>
          <a:p>
            <a:r>
              <a:rPr lang="en-US" sz="2800" dirty="0"/>
              <a:t>An effective problem-definition is stated as a question of:</a:t>
            </a:r>
          </a:p>
          <a:p>
            <a:pPr lvl="1"/>
            <a:r>
              <a:rPr lang="en-US" sz="2400" b="1" dirty="0"/>
              <a:t>Fact – what is true/ factual/ data supported</a:t>
            </a:r>
          </a:p>
          <a:p>
            <a:pPr lvl="2"/>
            <a:r>
              <a:rPr lang="en-US" sz="2000" dirty="0"/>
              <a:t>‘What percentage of employees use public transport to reach the office?’</a:t>
            </a:r>
          </a:p>
          <a:p>
            <a:pPr lvl="1"/>
            <a:r>
              <a:rPr lang="en-US" sz="2400" b="1" dirty="0"/>
              <a:t>Value – whether the problem is right/ moral/ good/ just/ worthy</a:t>
            </a:r>
          </a:p>
          <a:p>
            <a:pPr lvl="2"/>
            <a:r>
              <a:rPr lang="en-US" sz="2000" dirty="0"/>
              <a:t>‘What is the effective way to induct new staff?’</a:t>
            </a:r>
          </a:p>
          <a:p>
            <a:pPr lvl="1"/>
            <a:r>
              <a:rPr lang="en-US" sz="2400" b="1" dirty="0"/>
              <a:t>Policy – what action should be taken/ rules to adopt </a:t>
            </a:r>
          </a:p>
          <a:p>
            <a:pPr lvl="2"/>
            <a:r>
              <a:rPr lang="en-US" sz="2000" dirty="0"/>
              <a:t>‘How can we increase our production before the winter sets in?’</a:t>
            </a:r>
          </a:p>
        </p:txBody>
      </p:sp>
    </p:spTree>
    <p:extLst>
      <p:ext uri="{BB962C8B-B14F-4D97-AF65-F5344CB8AC3E}">
        <p14:creationId xmlns:p14="http://schemas.microsoft.com/office/powerpoint/2010/main" val="13536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157" y="359415"/>
            <a:ext cx="8911687" cy="663269"/>
          </a:xfrm>
        </p:spPr>
        <p:txBody>
          <a:bodyPr/>
          <a:lstStyle/>
          <a:p>
            <a:pPr lvl="2" algn="l" defTabSz="457200" rtl="0">
              <a:spcBef>
                <a:spcPct val="0"/>
              </a:spcBef>
            </a:pPr>
            <a:r>
              <a:rPr lang="en-US" sz="3200">
                <a:solidFill>
                  <a:srgbClr val="35199B"/>
                </a:solidFill>
                <a:latin typeface="+mj-lt"/>
              </a:rPr>
              <a:t>2) Analyze the Problem</a:t>
            </a:r>
            <a:endParaRPr lang="en-US" dirty="0">
              <a:solidFill>
                <a:srgbClr val="35199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578" y="1303418"/>
            <a:ext cx="10953422" cy="4628150"/>
          </a:xfrm>
        </p:spPr>
        <p:txBody>
          <a:bodyPr>
            <a:noAutofit/>
          </a:bodyPr>
          <a:lstStyle/>
          <a:p>
            <a:r>
              <a:rPr lang="en-US" sz="2400" dirty="0"/>
              <a:t>Find out as much information as possible about the problem</a:t>
            </a:r>
          </a:p>
          <a:p>
            <a:r>
              <a:rPr lang="en-US" sz="2400" dirty="0"/>
              <a:t>Share this information among group members</a:t>
            </a:r>
          </a:p>
          <a:p>
            <a:r>
              <a:rPr lang="en-US" sz="2400" dirty="0"/>
              <a:t>Very often, a group member already has an experience/ important Information/ experts</a:t>
            </a:r>
          </a:p>
          <a:p>
            <a:r>
              <a:rPr lang="en-US" sz="2400" dirty="0"/>
              <a:t>Members may be assigned to search more information through published documents</a:t>
            </a:r>
          </a:p>
          <a:p>
            <a:r>
              <a:rPr lang="en-US" sz="2400" dirty="0"/>
              <a:t>Surveys/ interviews could also be conducted to gather maximum relevant information</a:t>
            </a:r>
          </a:p>
          <a:p>
            <a:r>
              <a:rPr lang="en-US" sz="2400" dirty="0"/>
              <a:t>The problem is analyzed through multiple aspects/ sentiments/ experiences…</a:t>
            </a:r>
          </a:p>
        </p:txBody>
      </p:sp>
    </p:spTree>
    <p:extLst>
      <p:ext uri="{BB962C8B-B14F-4D97-AF65-F5344CB8AC3E}">
        <p14:creationId xmlns:p14="http://schemas.microsoft.com/office/powerpoint/2010/main" val="380245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652" y="311289"/>
            <a:ext cx="8911687" cy="687332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35199B"/>
                </a:solidFill>
              </a:rPr>
              <a:t>3) Determine Criteria for Judging Solutions</a:t>
            </a:r>
            <a:endParaRPr lang="en-US" sz="3200" dirty="0">
              <a:solidFill>
                <a:srgbClr val="35199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5896" y="1291389"/>
            <a:ext cx="10729746" cy="3777622"/>
          </a:xfrm>
        </p:spPr>
        <p:txBody>
          <a:bodyPr>
            <a:normAutofit/>
          </a:bodyPr>
          <a:lstStyle/>
          <a:p>
            <a:r>
              <a:rPr lang="en-US" sz="2400" dirty="0"/>
              <a:t>Criteria are the standards/ measures used for judging the merits of proposed solutions</a:t>
            </a:r>
          </a:p>
          <a:p>
            <a:r>
              <a:rPr lang="en-US" sz="2400" dirty="0"/>
              <a:t>They provide a road-map how the group will evaluate merits of each alternative solution</a:t>
            </a:r>
          </a:p>
          <a:p>
            <a:r>
              <a:rPr lang="en-US" sz="2400" dirty="0"/>
              <a:t>Criteria clarity before offering solutions helps make stronger decisions</a:t>
            </a:r>
          </a:p>
          <a:p>
            <a:r>
              <a:rPr lang="en-US" sz="2400" dirty="0"/>
              <a:t>Once criteria is set, the group needs to prioritize the solution list to make a strong plan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01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7283" y="323321"/>
            <a:ext cx="8911687" cy="747490"/>
          </a:xfrm>
        </p:spPr>
        <p:txBody>
          <a:bodyPr>
            <a:normAutofit/>
          </a:bodyPr>
          <a:lstStyle/>
          <a:p>
            <a:pPr lvl="2" algn="l" defTabSz="457200" rtl="0">
              <a:spcBef>
                <a:spcPct val="0"/>
              </a:spcBef>
            </a:pPr>
            <a:r>
              <a:rPr lang="en-US" sz="3200" dirty="0">
                <a:solidFill>
                  <a:srgbClr val="35199B"/>
                </a:solidFill>
                <a:latin typeface="+mj-lt"/>
              </a:rPr>
              <a:t>4) Identify Alternative Solutions</a:t>
            </a:r>
            <a:endParaRPr lang="en-US" sz="2400" dirty="0">
              <a:solidFill>
                <a:srgbClr val="35199B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2148" y="1243263"/>
            <a:ext cx="10769851" cy="4387515"/>
          </a:xfrm>
        </p:spPr>
        <p:txBody>
          <a:bodyPr>
            <a:noAutofit/>
          </a:bodyPr>
          <a:lstStyle/>
          <a:p>
            <a:r>
              <a:rPr lang="en-US" sz="2400" dirty="0"/>
              <a:t>Deciding effective solution(s) would depend upon the range of possible solutions to choose from</a:t>
            </a:r>
          </a:p>
          <a:p>
            <a:r>
              <a:rPr lang="en-US" sz="2400" dirty="0"/>
              <a:t>The most positive activity is to have brainstorming session(s)</a:t>
            </a:r>
          </a:p>
          <a:p>
            <a:r>
              <a:rPr lang="en-US" sz="2400" dirty="0"/>
              <a:t>These sessions invite creativity, alternatives, suspending judgment, combining or adapting an idea, free-will-contributions, no criticism</a:t>
            </a:r>
          </a:p>
          <a:p>
            <a:r>
              <a:rPr lang="en-US" sz="2400" dirty="0"/>
              <a:t>During brainstorming stage, a member records all events/ ideas:</a:t>
            </a:r>
          </a:p>
          <a:p>
            <a:pPr lvl="1"/>
            <a:r>
              <a:rPr lang="en-US" sz="2000" dirty="0"/>
              <a:t>Video-recording, white/ smart board, projectors, note-pads,…</a:t>
            </a:r>
          </a:p>
          <a:p>
            <a:pPr lvl="1"/>
            <a:r>
              <a:rPr lang="en-US" sz="2000" dirty="0"/>
              <a:t>Generally, more than 20 ideas/ solutions are quickly contributed</a:t>
            </a:r>
          </a:p>
        </p:txBody>
      </p:sp>
    </p:spTree>
    <p:extLst>
      <p:ext uri="{BB962C8B-B14F-4D97-AF65-F5344CB8AC3E}">
        <p14:creationId xmlns:p14="http://schemas.microsoft.com/office/powerpoint/2010/main" val="133732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346" y="178938"/>
            <a:ext cx="8911687" cy="675301"/>
          </a:xfrm>
        </p:spPr>
        <p:txBody>
          <a:bodyPr>
            <a:normAutofit/>
          </a:bodyPr>
          <a:lstStyle/>
          <a:p>
            <a:pPr lvl="2" algn="l" defTabSz="457200" rtl="0">
              <a:spcBef>
                <a:spcPct val="0"/>
              </a:spcBef>
            </a:pPr>
            <a:r>
              <a:rPr lang="en-US" sz="3200" dirty="0">
                <a:solidFill>
                  <a:srgbClr val="35199B"/>
                </a:solidFill>
                <a:latin typeface="+mj-lt"/>
              </a:rPr>
              <a:t>5) Evaluate Solutions and Decide</a:t>
            </a:r>
            <a:endParaRPr lang="en-US" sz="2400" dirty="0">
              <a:solidFill>
                <a:srgbClr val="35199B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8326" y="942468"/>
            <a:ext cx="10461875" cy="573505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With the list of possible solutions at hand, the group evaluates and decides the best solution with no/ minimum losses</a:t>
            </a:r>
          </a:p>
          <a:p>
            <a:r>
              <a:rPr lang="en-US" sz="2400" dirty="0"/>
              <a:t>Solution comparisons are made against the criteria</a:t>
            </a:r>
          </a:p>
          <a:p>
            <a:r>
              <a:rPr lang="en-US" sz="2400" dirty="0"/>
              <a:t>Discussions/ healthy criticism is followed</a:t>
            </a:r>
          </a:p>
          <a:p>
            <a:r>
              <a:rPr lang="en-US" sz="2400" dirty="0"/>
              <a:t>Expert opinions/ experiences are considered before final decision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35199B"/>
                </a:solidFill>
              </a:rPr>
              <a:t>Five methods are commonly used to reach a group decision: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2400" dirty="0"/>
              <a:t>The expert opinion method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2400" dirty="0"/>
              <a:t>The average group opinion method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2400" dirty="0"/>
              <a:t>The majority rule method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2400" dirty="0"/>
              <a:t>The unanimous decision method</a:t>
            </a:r>
          </a:p>
          <a:p>
            <a:pPr marL="1314450" lvl="2" indent="-400050">
              <a:buFont typeface="+mj-lt"/>
              <a:buAutoNum type="romanLcPeriod"/>
            </a:pPr>
            <a:r>
              <a:rPr lang="en-US" sz="2400" dirty="0"/>
              <a:t>The consensus method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36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6967" y="323321"/>
            <a:ext cx="8911687" cy="831711"/>
          </a:xfrm>
        </p:spPr>
        <p:txBody>
          <a:bodyPr>
            <a:normAutofit/>
          </a:bodyPr>
          <a:lstStyle/>
          <a:p>
            <a:pPr lvl="2" algn="l" defTabSz="457200" rtl="0">
              <a:spcBef>
                <a:spcPct val="0"/>
              </a:spcBef>
            </a:pPr>
            <a:r>
              <a:rPr lang="en-US" sz="3200">
                <a:solidFill>
                  <a:srgbClr val="35199B"/>
                </a:solidFill>
                <a:latin typeface="+mj-lt"/>
              </a:rPr>
              <a:t>6) Implement the Agreed-Upon Solution</a:t>
            </a:r>
            <a:endParaRPr lang="en-US" sz="2400" dirty="0">
              <a:solidFill>
                <a:srgbClr val="35199B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293" y="1155032"/>
            <a:ext cx="11061707" cy="3777622"/>
          </a:xfrm>
        </p:spPr>
        <p:txBody>
          <a:bodyPr>
            <a:normAutofit/>
          </a:bodyPr>
          <a:lstStyle/>
          <a:p>
            <a:r>
              <a:rPr lang="en-US" sz="2400" dirty="0"/>
              <a:t>The group takes responsibility to implement the agreed-upon solution</a:t>
            </a:r>
          </a:p>
          <a:p>
            <a:r>
              <a:rPr lang="en-US" sz="2400" dirty="0"/>
              <a:t>Recommendations are made how to implement decision(s)</a:t>
            </a:r>
          </a:p>
          <a:p>
            <a:r>
              <a:rPr lang="en-US" sz="2400" dirty="0"/>
              <a:t>All details are filled in and are documented (e.g., meeting minutes)</a:t>
            </a:r>
          </a:p>
          <a:p>
            <a:r>
              <a:rPr lang="en-US" sz="2400" dirty="0"/>
              <a:t>Responsibilities to carry out the decision are distributed</a:t>
            </a:r>
          </a:p>
          <a:p>
            <a:r>
              <a:rPr lang="en-US" sz="2400" dirty="0"/>
              <a:t>Time frames are set (general and specific)</a:t>
            </a:r>
          </a:p>
        </p:txBody>
      </p:sp>
    </p:spTree>
    <p:extLst>
      <p:ext uri="{BB962C8B-B14F-4D97-AF65-F5344CB8AC3E}">
        <p14:creationId xmlns:p14="http://schemas.microsoft.com/office/powerpoint/2010/main" val="147109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6967" y="323321"/>
            <a:ext cx="9595065" cy="831711"/>
          </a:xfrm>
        </p:spPr>
        <p:txBody>
          <a:bodyPr>
            <a:normAutofit fontScale="90000"/>
          </a:bodyPr>
          <a:lstStyle/>
          <a:p>
            <a:pPr lvl="2" algn="l" defTabSz="457200" rtl="0">
              <a:spcBef>
                <a:spcPct val="0"/>
              </a:spcBef>
            </a:pPr>
            <a:r>
              <a:rPr lang="en-US" sz="3600" dirty="0">
                <a:solidFill>
                  <a:srgbClr val="35199B"/>
                </a:solidFill>
                <a:latin typeface="+mj-lt"/>
              </a:rPr>
              <a:t>7) Follow Up on the Solution </a:t>
            </a:r>
            <a:r>
              <a:rPr lang="en-US" sz="3200" dirty="0">
                <a:solidFill>
                  <a:srgbClr val="35199B"/>
                </a:solidFill>
                <a:latin typeface="+mj-lt"/>
              </a:rPr>
              <a:t>(Added Component)</a:t>
            </a:r>
            <a:endParaRPr lang="en-US" sz="2400" dirty="0">
              <a:solidFill>
                <a:srgbClr val="35199B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293" y="1155032"/>
            <a:ext cx="11061707" cy="3777622"/>
          </a:xfrm>
        </p:spPr>
        <p:txBody>
          <a:bodyPr>
            <a:normAutofit/>
          </a:bodyPr>
          <a:lstStyle/>
          <a:p>
            <a:r>
              <a:rPr lang="en-US" sz="2400" dirty="0"/>
              <a:t>The group follows up the efficiency and sustainability of the solutions</a:t>
            </a:r>
          </a:p>
          <a:p>
            <a:r>
              <a:rPr lang="en-US" sz="2400" dirty="0"/>
              <a:t>The process leads to improve quality and efficacy of the solution</a:t>
            </a:r>
          </a:p>
          <a:p>
            <a:r>
              <a:rPr lang="en-US" sz="2400" dirty="0"/>
              <a:t>Helps in self-assessment</a:t>
            </a:r>
          </a:p>
          <a:p>
            <a:r>
              <a:rPr lang="en-US" sz="2400" dirty="0"/>
              <a:t>Ensures quality and branding</a:t>
            </a:r>
          </a:p>
          <a:p>
            <a:r>
              <a:rPr lang="en-US" sz="2400" dirty="0"/>
              <a:t>Leads to innovation and expansion</a:t>
            </a:r>
          </a:p>
        </p:txBody>
      </p:sp>
    </p:spTree>
    <p:extLst>
      <p:ext uri="{BB962C8B-B14F-4D97-AF65-F5344CB8AC3E}">
        <p14:creationId xmlns:p14="http://schemas.microsoft.com/office/powerpoint/2010/main" val="145794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8683" y="178941"/>
            <a:ext cx="10453317" cy="69936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35199B"/>
                </a:solidFill>
              </a:rPr>
              <a:t>In-Class Activity: Not Graded – discussion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7548" y="1171074"/>
            <a:ext cx="10840453" cy="4279232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Have you ever worked as a member in a group?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Identify any problem(s) that the group encountered.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Did the group adapt linear or spiral processes to solve the issue?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What was your role in the group?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How did the group interact to extract multiple solutions?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Did your opinion/ input get any attention? If not, reasons?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Was the problem and its solutions documented?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Did the group fairly treat its members? If not, possible reasons?</a:t>
            </a:r>
          </a:p>
        </p:txBody>
      </p:sp>
    </p:spTree>
    <p:extLst>
      <p:ext uri="{BB962C8B-B14F-4D97-AF65-F5344CB8AC3E}">
        <p14:creationId xmlns:p14="http://schemas.microsoft.com/office/powerpoint/2010/main" val="153828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2907" y="783556"/>
            <a:ext cx="10460736" cy="5945489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Leadership is a set of functions that can be performed by one, more than one, or all group members at various times</a:t>
            </a:r>
          </a:p>
          <a:p>
            <a:pPr algn="just"/>
            <a:r>
              <a:rPr lang="en-US" sz="2400" dirty="0"/>
              <a:t>Leadership is a shared activity among members having different strengths and expertise to perform a function</a:t>
            </a:r>
          </a:p>
          <a:p>
            <a:pPr algn="just"/>
            <a:r>
              <a:rPr lang="en-US" sz="2400" dirty="0"/>
              <a:t>A group may have a formal leader, but actually all group members emerge informally, at their turns, to execute their roles in a challenge</a:t>
            </a:r>
          </a:p>
          <a:p>
            <a:pPr algn="just"/>
            <a:r>
              <a:rPr lang="en-US" sz="2400" dirty="0"/>
              <a:t>A role is a specific pattern of behavior group members perform based on their skills and expertise</a:t>
            </a:r>
          </a:p>
          <a:p>
            <a:r>
              <a:rPr lang="en-US" sz="2400" dirty="0">
                <a:solidFill>
                  <a:srgbClr val="35199B"/>
                </a:solidFill>
              </a:rPr>
              <a:t>There are three sets of leadership roles:</a:t>
            </a:r>
          </a:p>
          <a:p>
            <a:pPr lvl="1"/>
            <a:r>
              <a:rPr lang="en-US" sz="2400" dirty="0"/>
              <a:t>Task Roles</a:t>
            </a:r>
          </a:p>
          <a:p>
            <a:pPr lvl="1"/>
            <a:r>
              <a:rPr lang="en-US" sz="2400" dirty="0"/>
              <a:t>Maintenance Roles</a:t>
            </a:r>
          </a:p>
          <a:p>
            <a:pPr lvl="1"/>
            <a:r>
              <a:rPr lang="en-US" sz="2400" dirty="0"/>
              <a:t>Procedural Roles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47798" y="228921"/>
            <a:ext cx="10708105" cy="6975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2. Inspect the Leadership Function in Group Problem Solving</a:t>
            </a:r>
          </a:p>
        </p:txBody>
      </p:sp>
    </p:spTree>
    <p:extLst>
      <p:ext uri="{BB962C8B-B14F-4D97-AF65-F5344CB8AC3E}">
        <p14:creationId xmlns:p14="http://schemas.microsoft.com/office/powerpoint/2010/main" val="406590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A3D9AEEE-1CCD-43C0-BA3E-16D60A6E23C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Shared Leadership Roles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="" xmlns:a16="http://schemas.microsoft.com/office/drawing/2014/main" id="{60F880A6-33D3-4EEC-A780-B73559B9F24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="" xmlns:a16="http://schemas.microsoft.com/office/drawing/2014/main" id="{2C6246ED-0535-4496-A8F6-1E80CC4EB8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82EF5740-2338-EC2F-29E8-F4E48F3500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451394"/>
              </p:ext>
            </p:extLst>
          </p:nvPr>
        </p:nvGraphicFramePr>
        <p:xfrm>
          <a:off x="5077762" y="700544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704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1A44C337-3893-4B29-A265-B1329150B6A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81E0B358-1267-4844-8B3D-B7A279B417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="" xmlns:a16="http://schemas.microsoft.com/office/drawing/2014/main" id="{B24AA06A-F1A5-4BB3-9486-9AE7A53B3F2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="" xmlns:a16="http://schemas.microsoft.com/office/drawing/2014/main" id="{BDF97590-C600-44CB-9303-4A3679F5169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="" xmlns:a16="http://schemas.microsoft.com/office/drawing/2014/main" id="{A9BBE156-3FFA-4DC4-8468-35BD28DDC60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="" xmlns:a16="http://schemas.microsoft.com/office/drawing/2014/main" id="{F7960DE5-3810-4B1E-B1E2-3BAFEA91EDD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="" xmlns:a16="http://schemas.microsoft.com/office/drawing/2014/main" id="{359E957C-CE11-446F-8AA7-B3E98390B89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="" xmlns:a16="http://schemas.microsoft.com/office/drawing/2014/main" id="{A3E9FE34-CA9E-4443-BEBF-D1B9A1C6C24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="" xmlns:a16="http://schemas.microsoft.com/office/drawing/2014/main" id="{4F39D814-8A48-4509-BDEB-826F106591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="" xmlns:a16="http://schemas.microsoft.com/office/drawing/2014/main" id="{8C6D08C0-8C49-4B87-9CF4-A1F08714FA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="" xmlns:a16="http://schemas.microsoft.com/office/drawing/2014/main" id="{308C612B-4C0D-4863-B9CD-F86ABAA1B2B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="" xmlns:a16="http://schemas.microsoft.com/office/drawing/2014/main" id="{600B1EC8-1B55-4390-A183-C33B5E2273B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="" xmlns:a16="http://schemas.microsoft.com/office/drawing/2014/main" id="{1790A225-91E1-4BE5-A801-5F1E32721C5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="" xmlns:a16="http://schemas.microsoft.com/office/drawing/2014/main" id="{DFFC46A2-6BBF-47FD-BC17-5EE1DF7CB90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AF44CA9C-80E8-44E1-A79C-D6EBFC73BC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="" xmlns:a16="http://schemas.microsoft.com/office/drawing/2014/main" id="{8CB9417F-98D9-4998-B00B-A5932E4C7D7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="" xmlns:a16="http://schemas.microsoft.com/office/drawing/2014/main" id="{FA79AA3D-583E-4A1E-AF7E-CBD980F5963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="" xmlns:a16="http://schemas.microsoft.com/office/drawing/2014/main" id="{D80C9F17-A6B2-4A12-BC77-F84264A669F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="" xmlns:a16="http://schemas.microsoft.com/office/drawing/2014/main" id="{949C9A53-ED97-44CE-BDD5-ED248921160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="" xmlns:a16="http://schemas.microsoft.com/office/drawing/2014/main" id="{0F9FDAE7-225B-4072-8907-6EAA0617445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="" xmlns:a16="http://schemas.microsoft.com/office/drawing/2014/main" id="{9D49818B-8EA3-4B41-9783-EFE0C618C36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="" xmlns:a16="http://schemas.microsoft.com/office/drawing/2014/main" id="{01903E65-D822-4457-B0A5-2F416822416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="" xmlns:a16="http://schemas.microsoft.com/office/drawing/2014/main" id="{A5CF9DAB-75BF-43D9-B1E7-817D1FAA000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="" xmlns:a16="http://schemas.microsoft.com/office/drawing/2014/main" id="{BB22916D-4BCF-4A4C-8714-A2564D34C36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="" xmlns:a16="http://schemas.microsoft.com/office/drawing/2014/main" id="{4CD9F734-569E-44E7-BD53-6214E0F18C8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="" xmlns:a16="http://schemas.microsoft.com/office/drawing/2014/main" id="{7A5DAACB-2F42-40C8-BF6A-75B79299F90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="" xmlns:a16="http://schemas.microsoft.com/office/drawing/2014/main" id="{AD78E0F9-8568-4672-A22F-4ED5B1A96F5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3431" y="745152"/>
            <a:ext cx="5021516" cy="507297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Shared Leadership Roles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AA5CD610-ED7C-4CED-A9A1-174432C88A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11">
            <a:extLst>
              <a:ext uri="{FF2B5EF4-FFF2-40B4-BE49-F238E27FC236}">
                <a16:creationId xmlns="" xmlns:a16="http://schemas.microsoft.com/office/drawing/2014/main" id="{0C4379BF-8C7A-480A-BC36-DA55D92A93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Colourful strings being woven togehter">
            <a:extLst>
              <a:ext uri="{FF2B5EF4-FFF2-40B4-BE49-F238E27FC236}">
                <a16:creationId xmlns="" xmlns:a16="http://schemas.microsoft.com/office/drawing/2014/main" id="{D144F53B-BCF3-709A-93B4-2878C4DA14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971" r="17564" b="-2"/>
          <a:stretch/>
        </p:blipFill>
        <p:spPr>
          <a:xfrm>
            <a:off x="-1555" y="1731"/>
            <a:ext cx="4671091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9305" y="1707447"/>
            <a:ext cx="6722695" cy="513863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b="1" dirty="0"/>
              <a:t>Maintenance Roles: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b="1" dirty="0"/>
              <a:t>Sets of behaviors that help the group to develop and maintain cohesion, commitment, and positive working relationships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Everyone gets an opportunity to share ideas/ inputs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No member dominates the others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Tension is released through fun activities and relaxation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Members would be supporters, interpreters, harmonizers, mediators</a:t>
            </a:r>
          </a:p>
        </p:txBody>
      </p:sp>
    </p:spTree>
    <p:extLst>
      <p:ext uri="{BB962C8B-B14F-4D97-AF65-F5344CB8AC3E}">
        <p14:creationId xmlns:p14="http://schemas.microsoft.com/office/powerpoint/2010/main" val="21591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F7E42047-F7E7-4687-BBE0-D4BDC8E77BB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8D6F839A-C8D9-4FBC-8EFD-9E56D12F4C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2906785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="" xmlns:a16="http://schemas.microsoft.com/office/drawing/2014/main" id="{D1F0D09B-BA85-41B1-A8DE-73728B72E59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="" xmlns:a16="http://schemas.microsoft.com/office/drawing/2014/main" id="{FB2D0F0C-3A27-4FC3-A6A3-D2095D9B243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="" xmlns:a16="http://schemas.microsoft.com/office/drawing/2014/main" id="{FA1C69EF-E6E6-4BDD-B62F-637FC9F3C33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="" xmlns:a16="http://schemas.microsoft.com/office/drawing/2014/main" id="{75B4F36E-07F6-4E6F-A9D9-A7F6D9585A6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="" xmlns:a16="http://schemas.microsoft.com/office/drawing/2014/main" id="{7D9136C7-12F1-4F21-A438-ED7668DDFA5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="" xmlns:a16="http://schemas.microsoft.com/office/drawing/2014/main" id="{C718EF12-B769-45D9-9B6E-7AEAA3108A2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="" xmlns:a16="http://schemas.microsoft.com/office/drawing/2014/main" id="{534EAD53-3968-459E-B27C-09126A0FE31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="" xmlns:a16="http://schemas.microsoft.com/office/drawing/2014/main" id="{67658BFE-59E2-4A2D-9E8A-18F81C350BB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="" xmlns:a16="http://schemas.microsoft.com/office/drawing/2014/main" id="{3FEC8A9E-385D-4407-9671-E3023802296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="" xmlns:a16="http://schemas.microsoft.com/office/drawing/2014/main" id="{EFC82234-632C-4B76-A8FF-2C9C0DCA682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="" xmlns:a16="http://schemas.microsoft.com/office/drawing/2014/main" id="{662A4DB3-C195-4230-953D-307E4100FE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="" xmlns:a16="http://schemas.microsoft.com/office/drawing/2014/main" id="{94D310CF-9541-4CD7-855B-E2E1EF34376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="" xmlns:a16="http://schemas.microsoft.com/office/drawing/2014/main" id="{70EDA856-A216-4EEC-9AB6-A59FFC7036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2747733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="" xmlns:a16="http://schemas.microsoft.com/office/drawing/2014/main" id="{36F815B8-AFA8-45E9-A3D1-977F2D1921F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8">
              <a:extLst>
                <a:ext uri="{FF2B5EF4-FFF2-40B4-BE49-F238E27FC236}">
                  <a16:creationId xmlns="" xmlns:a16="http://schemas.microsoft.com/office/drawing/2014/main" id="{5D8FF653-8B3F-4B96-904D-1A4482EAEE4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9">
              <a:extLst>
                <a:ext uri="{FF2B5EF4-FFF2-40B4-BE49-F238E27FC236}">
                  <a16:creationId xmlns="" xmlns:a16="http://schemas.microsoft.com/office/drawing/2014/main" id="{4DD2E775-AB45-4AF1-B5B7-54948CFB987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30">
              <a:extLst>
                <a:ext uri="{FF2B5EF4-FFF2-40B4-BE49-F238E27FC236}">
                  <a16:creationId xmlns="" xmlns:a16="http://schemas.microsoft.com/office/drawing/2014/main" id="{7BDE7E7B-E3AA-4A24-8F9D-CE77C96CA24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31">
              <a:extLst>
                <a:ext uri="{FF2B5EF4-FFF2-40B4-BE49-F238E27FC236}">
                  <a16:creationId xmlns="" xmlns:a16="http://schemas.microsoft.com/office/drawing/2014/main" id="{D129CAA9-35E5-48CE-88AE-9806695CB8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="" xmlns:a16="http://schemas.microsoft.com/office/drawing/2014/main" id="{A73989FF-4EFF-4181-81A4-72EF2E67DB6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3">
              <a:extLst>
                <a:ext uri="{FF2B5EF4-FFF2-40B4-BE49-F238E27FC236}">
                  <a16:creationId xmlns="" xmlns:a16="http://schemas.microsoft.com/office/drawing/2014/main" id="{8C2C17BD-8FA0-4F42-B2CD-5E5A9F54298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4">
              <a:extLst>
                <a:ext uri="{FF2B5EF4-FFF2-40B4-BE49-F238E27FC236}">
                  <a16:creationId xmlns="" xmlns:a16="http://schemas.microsoft.com/office/drawing/2014/main" id="{EEE99CF3-AD71-46FB-8E7D-67825F7816E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5">
              <a:extLst>
                <a:ext uri="{FF2B5EF4-FFF2-40B4-BE49-F238E27FC236}">
                  <a16:creationId xmlns="" xmlns:a16="http://schemas.microsoft.com/office/drawing/2014/main" id="{D0F9D5ED-7591-4E88-9FDA-4C1DC47E9D4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6">
              <a:extLst>
                <a:ext uri="{FF2B5EF4-FFF2-40B4-BE49-F238E27FC236}">
                  <a16:creationId xmlns="" xmlns:a16="http://schemas.microsoft.com/office/drawing/2014/main" id="{88FA7C13-D80D-4514-B9DB-87AE076ACED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7">
              <a:extLst>
                <a:ext uri="{FF2B5EF4-FFF2-40B4-BE49-F238E27FC236}">
                  <a16:creationId xmlns="" xmlns:a16="http://schemas.microsoft.com/office/drawing/2014/main" id="{202C78DF-D842-450B-A87D-E035719E4EB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8">
              <a:extLst>
                <a:ext uri="{FF2B5EF4-FFF2-40B4-BE49-F238E27FC236}">
                  <a16:creationId xmlns="" xmlns:a16="http://schemas.microsoft.com/office/drawing/2014/main" id="{A4789F83-2423-47F8-8958-48E477BAE0C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2596" y="556584"/>
            <a:ext cx="6845092" cy="665088"/>
          </a:xfrm>
        </p:spPr>
        <p:txBody>
          <a:bodyPr>
            <a:normAutofit/>
          </a:bodyPr>
          <a:lstStyle/>
          <a:p>
            <a:r>
              <a:rPr lang="en-US" dirty="0"/>
              <a:t>Shared Leadership Roles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2C509E7A-337A-4664-BEC2-03F9BCA0A46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71632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Freeform 11">
            <a:extLst>
              <a:ext uri="{FF2B5EF4-FFF2-40B4-BE49-F238E27FC236}">
                <a16:creationId xmlns="" xmlns:a16="http://schemas.microsoft.com/office/drawing/2014/main" id="{D9AB99AB-E300-4B19-97C3-9A12EA3C7B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 flipV="1">
            <a:off x="2716320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="" xmlns:a16="http://schemas.microsoft.com/office/drawing/2014/main" id="{E86E1E34-58F3-804D-98D2-2D79AFB814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264" r="37256" b="-2"/>
          <a:stretch/>
        </p:blipFill>
        <p:spPr>
          <a:xfrm>
            <a:off x="20" y="1730"/>
            <a:ext cx="2720524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7841" y="1514063"/>
            <a:ext cx="8438688" cy="5302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Procedural Roles:</a:t>
            </a:r>
          </a:p>
          <a:p>
            <a:pPr marL="0" indent="0">
              <a:buNone/>
            </a:pPr>
            <a:r>
              <a:rPr lang="en-US" sz="2400" b="1" dirty="0"/>
              <a:t>Sets of behaviors that directly support the group process</a:t>
            </a:r>
          </a:p>
          <a:p>
            <a:r>
              <a:rPr lang="en-US" sz="2400" dirty="0">
                <a:solidFill>
                  <a:schemeClr val="tx1"/>
                </a:solidFill>
              </a:rPr>
              <a:t>Provide logistical support, keep records of accomplishments, manage group interactions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Logistic coordinators provide for appropriate spaces, equipment, supplies</a:t>
            </a:r>
          </a:p>
          <a:p>
            <a:r>
              <a:rPr lang="en-US" sz="2400" dirty="0">
                <a:solidFill>
                  <a:schemeClr val="tx1"/>
                </a:solidFill>
              </a:rPr>
              <a:t>Expediters keep track of what the group is trying to accomplish, help move agenda, mediate any deviations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Gatekeepers manage the flow of conversations, ensure equal participation, no one dominates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786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890" y="1269412"/>
            <a:ext cx="11189110" cy="55885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C00000"/>
                </a:solidFill>
              </a:rPr>
              <a:t>Guidelines for Meeting Leaders: </a:t>
            </a:r>
            <a:r>
              <a:rPr lang="en-US" sz="2000" b="1" dirty="0">
                <a:solidFill>
                  <a:srgbClr val="35199B"/>
                </a:solidFill>
              </a:rPr>
              <a:t>(before the meeting)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Prepare and distribute an agenda </a:t>
            </a:r>
            <a:r>
              <a:rPr lang="en-US" sz="2000" dirty="0">
                <a:solidFill>
                  <a:schemeClr val="tx1"/>
                </a:solidFill>
              </a:rPr>
              <a:t>(an organized outline of information and decision items to be covered in a meeting. </a:t>
            </a:r>
            <a:r>
              <a:rPr lang="en-US" sz="1600" b="1" dirty="0">
                <a:solidFill>
                  <a:schemeClr val="tx1"/>
                </a:solidFill>
              </a:rPr>
              <a:t>(Refer to Fig. 10.3 for a meeting template)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As the meeting members know the purpose of meeting, they could expect the outcomes and goals to accomplish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Agenda should not include items that could be accomplished without the presences of a few members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Review our notes and the minutes of the previous meeting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Identify what was decided to achieve in between two meetings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Identify decision expectations for the next session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Decide who’d attend the meeting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Manage meeting minutes recordings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Speak with each participant before meeting to understand members stances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Keep meetings shorter than 90 minutes 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36519" y="163055"/>
            <a:ext cx="10460736" cy="51284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3. Differentiate Group Member Responsibilities in Meetings</a:t>
            </a:r>
          </a:p>
        </p:txBody>
      </p:sp>
      <p:sp>
        <p:nvSpPr>
          <p:cNvPr id="2" name="Rectangle 1"/>
          <p:cNvSpPr/>
          <p:nvPr/>
        </p:nvSpPr>
        <p:spPr>
          <a:xfrm>
            <a:off x="1731264" y="675900"/>
            <a:ext cx="95262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Making Meetings Effective: Saving up to 6 hours per week </a:t>
            </a:r>
          </a:p>
        </p:txBody>
      </p:sp>
    </p:spTree>
    <p:extLst>
      <p:ext uri="{BB962C8B-B14F-4D97-AF65-F5344CB8AC3E}">
        <p14:creationId xmlns:p14="http://schemas.microsoft.com/office/powerpoint/2010/main" val="1241354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427737" y="428047"/>
            <a:ext cx="10342988" cy="600190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000" u="sng" dirty="0">
                <a:solidFill>
                  <a:srgbClr val="C00000"/>
                </a:solidFill>
              </a:rPr>
              <a:t>Guidelines for Meeting Leaders: </a:t>
            </a:r>
            <a:r>
              <a:rPr lang="en-US" sz="3000" dirty="0">
                <a:solidFill>
                  <a:srgbClr val="35199B"/>
                </a:solidFill>
              </a:rPr>
              <a:t>(during the meeting)</a:t>
            </a:r>
            <a:br>
              <a:rPr lang="en-US" sz="3000" dirty="0">
                <a:solidFill>
                  <a:srgbClr val="35199B"/>
                </a:solidFill>
              </a:rPr>
            </a:br>
            <a:endParaRPr lang="en-US" sz="3000" dirty="0">
              <a:solidFill>
                <a:srgbClr val="35199B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Begin the meeting by reviewing the agenda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Revise and modify per member inputs and suggestions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Avoid derailing from the key points</a:t>
            </a:r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Monitor group interactions and maintain a balance among them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Monitor the time and stick to schedules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Praise in public and reprimand in private (do not injure anyone’s self-esteem)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Gradually move the members to decision making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Implement the group’s decision rules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Summarize decisions and assignments; review what is left to cover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Set the next meeting timelines and expected items</a:t>
            </a:r>
          </a:p>
        </p:txBody>
      </p:sp>
    </p:spTree>
    <p:extLst>
      <p:ext uri="{BB962C8B-B14F-4D97-AF65-F5344CB8AC3E}">
        <p14:creationId xmlns:p14="http://schemas.microsoft.com/office/powerpoint/2010/main" val="3573118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57084" y="1234637"/>
            <a:ext cx="11297264" cy="5468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rgbClr val="C00000"/>
                </a:solidFill>
              </a:rPr>
              <a:t>Guidelines for Meeting Leaders: </a:t>
            </a:r>
            <a:r>
              <a:rPr lang="en-US" sz="2400" b="1" dirty="0">
                <a:solidFill>
                  <a:srgbClr val="35199B"/>
                </a:solidFill>
              </a:rPr>
              <a:t>(following up the meeting)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Review the meeting outcomes and see if the goals have been achieved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Prepare and distribute a meeting summary (meeting minutes) within a day or two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Repair any damaged relationships among members through empathy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Conduct and publish formal progress reports</a:t>
            </a:r>
          </a:p>
        </p:txBody>
      </p:sp>
    </p:spTree>
    <p:extLst>
      <p:ext uri="{BB962C8B-B14F-4D97-AF65-F5344CB8AC3E}">
        <p14:creationId xmlns:p14="http://schemas.microsoft.com/office/powerpoint/2010/main" val="1587818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3" y="1332957"/>
            <a:ext cx="11582399" cy="5468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u="sng" dirty="0">
                <a:solidFill>
                  <a:srgbClr val="C00000"/>
                </a:solidFill>
              </a:rPr>
              <a:t>Guidelines for Meeting Participants: </a:t>
            </a:r>
            <a:r>
              <a:rPr lang="en-US" sz="2400" b="1" dirty="0">
                <a:solidFill>
                  <a:srgbClr val="35199B"/>
                </a:solidFill>
              </a:rPr>
              <a:t>(before the meeting)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Study the agenda and clarify yourself the purpose of meeting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Study the minutes to get connected with the process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Do your homework on your expected role and information sharing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Enlist questions relevant to agenda to establish clarities on key items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Ensure your role is clearly presentable based on your leadership functions</a:t>
            </a:r>
          </a:p>
        </p:txBody>
      </p:sp>
    </p:spTree>
    <p:extLst>
      <p:ext uri="{BB962C8B-B14F-4D97-AF65-F5344CB8AC3E}">
        <p14:creationId xmlns:p14="http://schemas.microsoft.com/office/powerpoint/2010/main" val="2271242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27589" y="1293631"/>
            <a:ext cx="11336592" cy="5468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rgbClr val="C00000"/>
                </a:solidFill>
              </a:rPr>
              <a:t>Guidelines for Meeting Participants: </a:t>
            </a:r>
            <a:r>
              <a:rPr lang="en-US" sz="2400" b="1" dirty="0">
                <a:solidFill>
                  <a:srgbClr val="35199B"/>
                </a:solidFill>
              </a:rPr>
              <a:t>(during the meeting)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Listen attentively so that meeting material is positively used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Stay focused by staying on agenda items and help others too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Ask honest questions to build ideas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Take notes to let you help on your responsibilities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Play devil’s advocate: voice disagreement to test an idea’s strength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Monitor your contributions and take charge of your speaking time </a:t>
            </a:r>
          </a:p>
        </p:txBody>
      </p:sp>
    </p:spTree>
    <p:extLst>
      <p:ext uri="{BB962C8B-B14F-4D97-AF65-F5344CB8AC3E}">
        <p14:creationId xmlns:p14="http://schemas.microsoft.com/office/powerpoint/2010/main" val="1662754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14632" y="1195308"/>
            <a:ext cx="11592233" cy="5468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rgbClr val="C00000"/>
                </a:solidFill>
              </a:rPr>
              <a:t>Guidelines for Meeting Participants: </a:t>
            </a:r>
            <a:r>
              <a:rPr lang="en-US" sz="2400" b="1" dirty="0">
                <a:solidFill>
                  <a:srgbClr val="35199B"/>
                </a:solidFill>
              </a:rPr>
              <a:t>(following up the meeting)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Review and summarize your notes and make notes of what to discuss next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Evaluate your effectiveness in your leadership role. What needs improving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Review decisions and make notes of your role in them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Communicate progress to other relevant members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Complete your tasks within deadlines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Review and compare official minutes to your own notes and report disparities</a:t>
            </a:r>
          </a:p>
        </p:txBody>
      </p:sp>
    </p:spTree>
    <p:extLst>
      <p:ext uri="{BB962C8B-B14F-4D97-AF65-F5344CB8AC3E}">
        <p14:creationId xmlns:p14="http://schemas.microsoft.com/office/powerpoint/2010/main" val="286842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664" y="773871"/>
            <a:ext cx="10617855" cy="573024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1900" dirty="0">
                <a:solidFill>
                  <a:schemeClr val="tx1"/>
                </a:solidFill>
              </a:rPr>
              <a:t>Groups are expected to communicate deliverables (tangible or intangible products; information, analyses, decisions, recommendations) to others through the following:</a:t>
            </a:r>
          </a:p>
          <a:p>
            <a:pPr marL="0" indent="0" algn="just">
              <a:buNone/>
            </a:pPr>
            <a:r>
              <a:rPr lang="en-US" sz="1900" b="1" dirty="0">
                <a:solidFill>
                  <a:schemeClr val="tx1"/>
                </a:solidFill>
              </a:rPr>
              <a:t>						Written Formats, Oral Formats, Visual/ Virtual Reports</a:t>
            </a:r>
          </a:p>
          <a:p>
            <a:pPr marL="457200" lvl="1" indent="0" algn="just">
              <a:buNone/>
            </a:pPr>
            <a:r>
              <a:rPr lang="en-US" sz="2000" b="1" dirty="0">
                <a:solidFill>
                  <a:schemeClr val="tx1"/>
                </a:solidFill>
              </a:rPr>
              <a:t>Written Formats:</a:t>
            </a:r>
          </a:p>
          <a:p>
            <a:pPr marL="457200" lvl="1" indent="0" algn="just">
              <a:buNone/>
            </a:pPr>
            <a:r>
              <a:rPr lang="en-US" sz="2400" b="1" dirty="0">
                <a:solidFill>
                  <a:schemeClr val="tx1"/>
                </a:solidFill>
              </a:rPr>
              <a:t>Written Brief </a:t>
            </a:r>
            <a:r>
              <a:rPr lang="en-US" sz="2400" dirty="0">
                <a:solidFill>
                  <a:schemeClr val="tx1"/>
                </a:solidFill>
              </a:rPr>
              <a:t>– A very short document that describes the problem, background, process, decision, and rationale so that the reader can quickly understand and evaluate the group’s product</a:t>
            </a:r>
          </a:p>
          <a:p>
            <a:pPr lvl="1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Usually, one to two pages long</a:t>
            </a:r>
          </a:p>
          <a:p>
            <a:pPr lvl="1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Describes a group task</a:t>
            </a:r>
          </a:p>
          <a:p>
            <a:pPr lvl="1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What problem(s) were attempted to solve and why</a:t>
            </a:r>
          </a:p>
          <a:p>
            <a:pPr lvl="1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Provide a brief background to build the context</a:t>
            </a:r>
          </a:p>
          <a:p>
            <a:pPr lvl="1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Present solution steps and timelines – use bullet points for clarity</a:t>
            </a:r>
          </a:p>
          <a:p>
            <a:pPr lvl="1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Close with a sentence or a short paragraph how the recommendations would solve the problem; as well as any side effects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82842" y="108605"/>
            <a:ext cx="11109158" cy="6975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4. Evaluate How Can Groups Communicate Solutions to Others</a:t>
            </a:r>
          </a:p>
        </p:txBody>
      </p:sp>
    </p:spTree>
    <p:extLst>
      <p:ext uri="{BB962C8B-B14F-4D97-AF65-F5344CB8AC3E}">
        <p14:creationId xmlns:p14="http://schemas.microsoft.com/office/powerpoint/2010/main" val="3149567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48" y="1127760"/>
            <a:ext cx="10661904" cy="573024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chemeClr val="tx1"/>
                </a:solidFill>
              </a:rPr>
              <a:t>Written Formats (Cont’d):</a:t>
            </a:r>
          </a:p>
          <a:p>
            <a:pPr marL="457200" lvl="1" indent="0" algn="just">
              <a:buNone/>
            </a:pPr>
            <a:r>
              <a:rPr lang="en-US" sz="2400" b="1" dirty="0">
                <a:solidFill>
                  <a:schemeClr val="tx1"/>
                </a:solidFill>
              </a:rPr>
              <a:t>Comprehensive Report </a:t>
            </a:r>
            <a:r>
              <a:rPr lang="en-US" sz="2400" dirty="0">
                <a:solidFill>
                  <a:schemeClr val="tx1"/>
                </a:solidFill>
              </a:rPr>
              <a:t>– A long document providing a detailed review of the problem-solving process used to arrive at the recommendation</a:t>
            </a:r>
          </a:p>
          <a:p>
            <a:pPr lvl="1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Organized into sections</a:t>
            </a:r>
          </a:p>
          <a:p>
            <a:pPr lvl="1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Can be very long</a:t>
            </a:r>
          </a:p>
          <a:p>
            <a:pPr lvl="1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Usually include an executive summary </a:t>
            </a:r>
            <a:r>
              <a:rPr lang="en-US" sz="2400" i="1" dirty="0">
                <a:solidFill>
                  <a:schemeClr val="tx1"/>
                </a:solidFill>
              </a:rPr>
              <a:t>(a one-page synopsis of the report</a:t>
            </a:r>
            <a:r>
              <a:rPr lang="en-US" sz="2000" i="1" dirty="0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82842" y="108605"/>
            <a:ext cx="11109158" cy="6975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Evaluate How Can Groups Communicate Solutions to Others</a:t>
            </a:r>
          </a:p>
        </p:txBody>
      </p:sp>
    </p:spTree>
    <p:extLst>
      <p:ext uri="{BB962C8B-B14F-4D97-AF65-F5344CB8AC3E}">
        <p14:creationId xmlns:p14="http://schemas.microsoft.com/office/powerpoint/2010/main" val="80080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764726"/>
            <a:ext cx="10655808" cy="6157281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rgbClr val="7A0000"/>
                </a:solidFill>
              </a:rPr>
              <a:t>Oral Formats:</a:t>
            </a:r>
          </a:p>
          <a:p>
            <a:pPr marL="457200" lvl="1" indent="0" algn="just">
              <a:buNone/>
            </a:pPr>
            <a:r>
              <a:rPr lang="en-US" sz="2400" b="1" dirty="0">
                <a:solidFill>
                  <a:schemeClr val="tx1"/>
                </a:solidFill>
              </a:rPr>
              <a:t>Oral Brief/ Presentation </a:t>
            </a:r>
            <a:r>
              <a:rPr lang="en-US" sz="2400" dirty="0">
                <a:solidFill>
                  <a:schemeClr val="tx1"/>
                </a:solidFill>
              </a:rPr>
              <a:t>– A summary of a written brief delivered to an audience by a group member within ten minutes of time</a:t>
            </a:r>
          </a:p>
          <a:p>
            <a:pPr marL="457200" lvl="1" indent="0" algn="just">
              <a:buNone/>
            </a:pPr>
            <a:r>
              <a:rPr lang="en-US" sz="2400" b="1" dirty="0">
                <a:solidFill>
                  <a:schemeClr val="tx1"/>
                </a:solidFill>
              </a:rPr>
              <a:t>Oral Report</a:t>
            </a:r>
            <a:r>
              <a:rPr lang="en-US" sz="2400" dirty="0">
                <a:solidFill>
                  <a:schemeClr val="tx1"/>
                </a:solidFill>
              </a:rPr>
              <a:t> – a more detailed review of a group’s problem-solving process. Takes 30 – 60 minutes</a:t>
            </a:r>
          </a:p>
          <a:p>
            <a:pPr marL="457200" lvl="1" indent="0" algn="just">
              <a:buNone/>
            </a:pPr>
            <a:r>
              <a:rPr lang="en-US" sz="2400" b="1" dirty="0">
                <a:solidFill>
                  <a:schemeClr val="tx1"/>
                </a:solidFill>
              </a:rPr>
              <a:t>Symposium</a:t>
            </a:r>
            <a:r>
              <a:rPr lang="en-US" sz="2400" dirty="0">
                <a:solidFill>
                  <a:schemeClr val="tx1"/>
                </a:solidFill>
              </a:rPr>
              <a:t> – a set of prepared oral reports delivered sequentially by group members before a gathering of people interested in the work of the group</a:t>
            </a:r>
          </a:p>
          <a:p>
            <a:pPr lvl="1" algn="just"/>
            <a:r>
              <a:rPr lang="en-US" sz="2400" u="sng" dirty="0">
                <a:solidFill>
                  <a:schemeClr val="tx1"/>
                </a:solidFill>
              </a:rPr>
              <a:t>Organization of a Symposium:</a:t>
            </a:r>
          </a:p>
          <a:p>
            <a:pPr lvl="2" algn="just"/>
            <a:r>
              <a:rPr lang="en-US" sz="2400" dirty="0">
                <a:solidFill>
                  <a:schemeClr val="tx1"/>
                </a:solidFill>
              </a:rPr>
              <a:t>Each person’s speech focuses on one step of the problem-solving process</a:t>
            </a:r>
          </a:p>
          <a:p>
            <a:pPr lvl="2" algn="just"/>
            <a:r>
              <a:rPr lang="en-US" sz="2400" b="1" dirty="0">
                <a:solidFill>
                  <a:schemeClr val="tx1"/>
                </a:solidFill>
              </a:rPr>
              <a:t>Or</a:t>
            </a:r>
            <a:r>
              <a:rPr lang="en-US" sz="2400" dirty="0">
                <a:solidFill>
                  <a:schemeClr val="tx1"/>
                </a:solidFill>
              </a:rPr>
              <a:t> each speaker covers all the steps in the problem-solving process as they relate to one of the problems</a:t>
            </a:r>
          </a:p>
          <a:p>
            <a:pPr lvl="2" algn="just"/>
            <a:r>
              <a:rPr lang="en-US" sz="2400" dirty="0">
                <a:solidFill>
                  <a:schemeClr val="tx1"/>
                </a:solidFill>
              </a:rPr>
              <a:t>The speakers usually sit together at the front of the room. One member acts as a moderator, offering the introductory and concluding remarks and providing transition among speakers</a:t>
            </a:r>
          </a:p>
          <a:p>
            <a:pPr lvl="2" algn="just"/>
            <a:r>
              <a:rPr lang="en-US" sz="2400" dirty="0">
                <a:solidFill>
                  <a:schemeClr val="tx1"/>
                </a:solidFill>
              </a:rPr>
              <a:t>Conclude with a question-and-answer session facilitated by the moderator, who directs one or more members to answer based on their expertise</a:t>
            </a:r>
          </a:p>
          <a:p>
            <a:pPr lvl="2" algn="just"/>
            <a:r>
              <a:rPr lang="en-US" sz="2400" dirty="0">
                <a:solidFill>
                  <a:schemeClr val="tx1"/>
                </a:solidFill>
              </a:rPr>
              <a:t>Questions can be directed to individuals or to the group as a whole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82842" y="108605"/>
            <a:ext cx="11109158" cy="6975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Evaluate How Can Groups Communicate Solutions to Others</a:t>
            </a:r>
          </a:p>
        </p:txBody>
      </p:sp>
    </p:spTree>
    <p:extLst>
      <p:ext uri="{BB962C8B-B14F-4D97-AF65-F5344CB8AC3E}">
        <p14:creationId xmlns:p14="http://schemas.microsoft.com/office/powerpoint/2010/main" val="1734435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3501" y="1148184"/>
            <a:ext cx="10875544" cy="573024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chemeClr val="tx1"/>
                </a:solidFill>
              </a:rPr>
              <a:t>Oral Formats:</a:t>
            </a:r>
          </a:p>
          <a:p>
            <a:pPr marL="57150" indent="0" algn="just">
              <a:buNone/>
            </a:pPr>
            <a:r>
              <a:rPr lang="en-US" sz="2400" b="1" dirty="0">
                <a:solidFill>
                  <a:schemeClr val="tx1"/>
                </a:solidFill>
              </a:rPr>
              <a:t>Panel Discussion </a:t>
            </a:r>
            <a:r>
              <a:rPr lang="en-US" sz="2400" dirty="0">
                <a:solidFill>
                  <a:schemeClr val="tx1"/>
                </a:solidFill>
              </a:rPr>
              <a:t> - a structured problem-solving discussion held by a group in front of an audience</a:t>
            </a:r>
          </a:p>
          <a:p>
            <a:pPr algn="just"/>
            <a:r>
              <a:rPr lang="en-US" sz="2400" u="sng" dirty="0">
                <a:solidFill>
                  <a:schemeClr val="tx1"/>
                </a:solidFill>
              </a:rPr>
              <a:t>Organization of a Panel Discussion: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One member serves as moderator, introducing the topic and providing structure by asking a series of planned questions that panelists answer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The answers and interaction among members provides the supporting evidence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The discussion seems spontaneous, but actually it is carefully planned and rehearsed to ensure that all the information is presented, and all the members get equal speaking time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After the formal discussion, the audience is often encouraged to question the participants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082842" y="206928"/>
            <a:ext cx="11109158" cy="6975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Evaluate How Groups Can Communicate Solutions to Others</a:t>
            </a:r>
          </a:p>
        </p:txBody>
      </p:sp>
    </p:spTree>
    <p:extLst>
      <p:ext uri="{BB962C8B-B14F-4D97-AF65-F5344CB8AC3E}">
        <p14:creationId xmlns:p14="http://schemas.microsoft.com/office/powerpoint/2010/main" val="1664616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7904" y="774559"/>
            <a:ext cx="10398793" cy="573024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chemeClr val="tx1"/>
                </a:solidFill>
              </a:rPr>
              <a:t>Visual/ Virtual Reports:</a:t>
            </a:r>
          </a:p>
          <a:p>
            <a:pPr marL="57150" indent="0" algn="just">
              <a:buNone/>
            </a:pPr>
            <a:r>
              <a:rPr lang="en-US" sz="2800" b="1" dirty="0">
                <a:solidFill>
                  <a:schemeClr val="tx1"/>
                </a:solidFill>
              </a:rPr>
              <a:t>1. Remote Access Reports</a:t>
            </a:r>
            <a:r>
              <a:rPr lang="en-US" sz="2800" dirty="0">
                <a:solidFill>
                  <a:schemeClr val="tx1"/>
                </a:solidFill>
              </a:rPr>
              <a:t> - a remote access reports (RAR) is a computer-mediated audio-visual presentation of the group’s process and outcome that others can receive through an e-mail, Web-posting…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Prepared by one or members of the group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Prepared in PowerPoint or other software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Provides a visual overview of the group’s progress, decisions, and recommendations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Effective RARs consist of 15 – 20 slides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Slides are titled and content is presented in outline/ bullet-point phrases/ keywords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Contain visual graphics of important information; graphs, tables…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Usually self-timed slides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May have narrations providing additional information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162721" y="87955"/>
            <a:ext cx="10753976" cy="5304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Evaluate How Groups Can Communicate Solutions to Others</a:t>
            </a:r>
          </a:p>
        </p:txBody>
      </p:sp>
    </p:spTree>
    <p:extLst>
      <p:ext uri="{BB962C8B-B14F-4D97-AF65-F5344CB8AC3E}">
        <p14:creationId xmlns:p14="http://schemas.microsoft.com/office/powerpoint/2010/main" val="1608561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3337" y="1318886"/>
            <a:ext cx="10488168" cy="422022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dirty="0">
                <a:solidFill>
                  <a:schemeClr val="tx1"/>
                </a:solidFill>
              </a:rPr>
              <a:t>Virtual Reports (Cont’d):</a:t>
            </a:r>
          </a:p>
          <a:p>
            <a:pPr marL="57150" indent="0" algn="just">
              <a:buNone/>
            </a:pPr>
            <a:r>
              <a:rPr lang="en-US" sz="2800" b="1" dirty="0">
                <a:solidFill>
                  <a:schemeClr val="tx1"/>
                </a:solidFill>
              </a:rPr>
              <a:t>2. Streaming Videos</a:t>
            </a:r>
            <a:r>
              <a:rPr lang="en-US" sz="2800" dirty="0">
                <a:solidFill>
                  <a:schemeClr val="tx1"/>
                </a:solidFill>
              </a:rPr>
              <a:t> - a streaming video is a pre-recording that is sent in compressed form over the internet; such as YouTube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Very useful to distribute oral beliefs, recordings of oral reports, symposiums, or panel discussions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Streaming videos help people to watch at their own time when they were not there to meet at one time or in one place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238089" y="167599"/>
            <a:ext cx="10798663" cy="6975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Evaluate How Groups Can Communicate Solutions to Others</a:t>
            </a:r>
          </a:p>
        </p:txBody>
      </p:sp>
    </p:spTree>
    <p:extLst>
      <p:ext uri="{BB962C8B-B14F-4D97-AF65-F5344CB8AC3E}">
        <p14:creationId xmlns:p14="http://schemas.microsoft.com/office/powerpoint/2010/main" val="983554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406769"/>
            <a:ext cx="8915400" cy="3777622"/>
          </a:xfrm>
        </p:spPr>
        <p:txBody>
          <a:bodyPr>
            <a:normAutofit/>
          </a:bodyPr>
          <a:lstStyle/>
          <a:p>
            <a:pPr marL="457200" indent="-457200" algn="just">
              <a:buClr>
                <a:srgbClr val="A50021"/>
              </a:buClr>
              <a:buSzPct val="75000"/>
              <a:buNone/>
            </a:pPr>
            <a:r>
              <a:rPr lang="en-US" dirty="0"/>
              <a:t>1. </a:t>
            </a:r>
            <a:r>
              <a:rPr lang="en-US" dirty="0" err="1"/>
              <a:t>Bovee</a:t>
            </a:r>
            <a:r>
              <a:rPr lang="en-US" dirty="0"/>
              <a:t> &amp; Thill. (2016) </a:t>
            </a:r>
            <a:r>
              <a:rPr lang="en-US" i="1" dirty="0"/>
              <a:t>Business Communication Today 13</a:t>
            </a:r>
            <a:r>
              <a:rPr lang="en-US" i="1" baseline="30000" dirty="0"/>
              <a:t>th</a:t>
            </a:r>
            <a:r>
              <a:rPr lang="en-US" i="1" dirty="0"/>
              <a:t> Ed. </a:t>
            </a:r>
            <a:r>
              <a:rPr lang="en-US" dirty="0"/>
              <a:t>(</a:t>
            </a:r>
            <a:r>
              <a:rPr lang="en-US" sz="1600" dirty="0"/>
              <a:t>Prentice-Hall</a:t>
            </a:r>
            <a:r>
              <a:rPr lang="en-US" dirty="0"/>
              <a:t>)</a:t>
            </a:r>
          </a:p>
          <a:p>
            <a:pPr marL="457200" indent="-457200" algn="just">
              <a:buClr>
                <a:srgbClr val="A50021"/>
              </a:buClr>
              <a:buSzPct val="75000"/>
              <a:buNone/>
            </a:pPr>
            <a:r>
              <a:rPr lang="en-US" dirty="0"/>
              <a:t>2. Kathleen S. </a:t>
            </a:r>
            <a:r>
              <a:rPr lang="en-US" dirty="0" err="1"/>
              <a:t>Verderber</a:t>
            </a:r>
            <a:r>
              <a:rPr lang="en-US" dirty="0"/>
              <a:t>. </a:t>
            </a:r>
            <a:r>
              <a:rPr lang="en-US" i="1" dirty="0"/>
              <a:t>Communicate</a:t>
            </a:r>
            <a:r>
              <a:rPr lang="en-US" dirty="0"/>
              <a:t> </a:t>
            </a:r>
            <a:r>
              <a:rPr lang="en-US" i="1" dirty="0"/>
              <a:t>(13</a:t>
            </a:r>
            <a:r>
              <a:rPr lang="en-US" i="1" baseline="30000" dirty="0"/>
              <a:t>th</a:t>
            </a:r>
            <a:r>
              <a:rPr lang="en-US" i="1" dirty="0"/>
              <a:t> Ed.)</a:t>
            </a:r>
          </a:p>
        </p:txBody>
      </p:sp>
    </p:spTree>
    <p:extLst>
      <p:ext uri="{BB962C8B-B14F-4D97-AF65-F5344CB8AC3E}">
        <p14:creationId xmlns:p14="http://schemas.microsoft.com/office/powerpoint/2010/main" val="94621069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5375</TotalTime>
  <Words>2154</Words>
  <Application>Microsoft Office PowerPoint</Application>
  <PresentationFormat>Widescreen</PresentationFormat>
  <Paragraphs>227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Century Gothic</vt:lpstr>
      <vt:lpstr>Wingdings 3</vt:lpstr>
      <vt:lpstr>Wisp</vt:lpstr>
      <vt:lpstr>Ch. 10. Problem Solving in Groups CLO – 04 Identify workplace conflict and develop resolution strategies</vt:lpstr>
      <vt:lpstr>Learning Objectives (CLO - 04) </vt:lpstr>
      <vt:lpstr>PowerPoint Presentation</vt:lpstr>
      <vt:lpstr>The Problem-Solving Process</vt:lpstr>
      <vt:lpstr>PowerPoint Presentation</vt:lpstr>
      <vt:lpstr>PowerPoint Presentation</vt:lpstr>
      <vt:lpstr>1) Identify and Define the Problem</vt:lpstr>
      <vt:lpstr>2) Analyze the Problem</vt:lpstr>
      <vt:lpstr>3) Determine Criteria for Judging Solutions</vt:lpstr>
      <vt:lpstr>4) Identify Alternative Solutions</vt:lpstr>
      <vt:lpstr>5) Evaluate Solutions and Decide</vt:lpstr>
      <vt:lpstr>6) Implement the Agreed-Upon Solution</vt:lpstr>
      <vt:lpstr>7) Follow Up on the Solution (Added Component)</vt:lpstr>
      <vt:lpstr>In-Class Activity: Not Graded – discussion only</vt:lpstr>
      <vt:lpstr>PowerPoint Presentation</vt:lpstr>
      <vt:lpstr>Shared Leadership Roles</vt:lpstr>
      <vt:lpstr>Shared Leadership Roles</vt:lpstr>
      <vt:lpstr>Shared Leadership Roles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Skills (SS-123)</dc:title>
  <dc:creator>Microsoft account</dc:creator>
  <cp:lastModifiedBy>Ali</cp:lastModifiedBy>
  <cp:revision>796</cp:revision>
  <dcterms:created xsi:type="dcterms:W3CDTF">2021-03-06T08:10:19Z</dcterms:created>
  <dcterms:modified xsi:type="dcterms:W3CDTF">2025-04-09T12:48:00Z</dcterms:modified>
</cp:coreProperties>
</file>