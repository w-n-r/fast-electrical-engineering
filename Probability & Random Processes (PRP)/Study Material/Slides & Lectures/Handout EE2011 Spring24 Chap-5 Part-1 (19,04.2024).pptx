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35"/>
  </p:notesMasterIdLst>
  <p:handoutMasterIdLst>
    <p:handoutMasterId r:id="rId36"/>
  </p:handoutMasterIdLst>
  <p:sldIdLst>
    <p:sldId id="256" r:id="rId2"/>
    <p:sldId id="365" r:id="rId3"/>
    <p:sldId id="338" r:id="rId4"/>
    <p:sldId id="339" r:id="rId5"/>
    <p:sldId id="340" r:id="rId6"/>
    <p:sldId id="341" r:id="rId7"/>
    <p:sldId id="342" r:id="rId8"/>
    <p:sldId id="368" r:id="rId9"/>
    <p:sldId id="367" r:id="rId10"/>
    <p:sldId id="369" r:id="rId11"/>
    <p:sldId id="370" r:id="rId12"/>
    <p:sldId id="343" r:id="rId13"/>
    <p:sldId id="344" r:id="rId14"/>
    <p:sldId id="345" r:id="rId15"/>
    <p:sldId id="346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66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4" r:id="rId34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87" autoAdjust="0"/>
    <p:restoredTop sz="86477" autoAdjust="0"/>
  </p:normalViewPr>
  <p:slideViewPr>
    <p:cSldViewPr snapToGrid="0">
      <p:cViewPr varScale="1">
        <p:scale>
          <a:sx n="59" d="100"/>
          <a:sy n="59" d="100"/>
        </p:scale>
        <p:origin x="173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4/19/2024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4/19/2024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89329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19" y="291329"/>
            <a:ext cx="5815490" cy="203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26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05" y="262556"/>
            <a:ext cx="45910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05" y="719330"/>
            <a:ext cx="82105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05" y="1760704"/>
            <a:ext cx="81915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54" y="2510335"/>
            <a:ext cx="82486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30" y="3459707"/>
            <a:ext cx="8220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30" y="4182115"/>
            <a:ext cx="77914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30" y="4774584"/>
            <a:ext cx="81153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072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7" y="511791"/>
            <a:ext cx="81248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2" y="1802713"/>
            <a:ext cx="81534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4" y="2490788"/>
            <a:ext cx="80962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4" y="3733800"/>
            <a:ext cx="81343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2" y="4946461"/>
            <a:ext cx="81057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36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29" y="424543"/>
            <a:ext cx="62579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29" y="1072273"/>
            <a:ext cx="80581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29" y="1722105"/>
            <a:ext cx="80676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29" y="2663091"/>
            <a:ext cx="5334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29" y="3105150"/>
            <a:ext cx="50863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72" y="3668262"/>
            <a:ext cx="37909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1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69" y="745024"/>
            <a:ext cx="25336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69" y="1208112"/>
            <a:ext cx="74104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83" y="2048942"/>
            <a:ext cx="7648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83" y="2511686"/>
            <a:ext cx="76104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20" y="3031082"/>
            <a:ext cx="37909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63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20" y="259449"/>
            <a:ext cx="78962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20" y="947596"/>
            <a:ext cx="40100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20" y="1242871"/>
            <a:ext cx="78009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20" y="1893370"/>
            <a:ext cx="766762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0" y="3336878"/>
            <a:ext cx="79819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132" y="3967021"/>
            <a:ext cx="53816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0" y="4604841"/>
            <a:ext cx="74961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0" y="5136676"/>
            <a:ext cx="5410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37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99" y="113643"/>
            <a:ext cx="50768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24" y="828018"/>
            <a:ext cx="4953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24" y="1504293"/>
            <a:ext cx="49720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99" y="2358422"/>
            <a:ext cx="49911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47" y="3137666"/>
            <a:ext cx="49625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99" y="3951068"/>
            <a:ext cx="50387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24" y="4674311"/>
            <a:ext cx="50196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24" y="5431055"/>
            <a:ext cx="50292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781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35" y="571500"/>
            <a:ext cx="63341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806" y="4191000"/>
            <a:ext cx="2781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31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09" y="411709"/>
            <a:ext cx="640080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409" y="4153885"/>
            <a:ext cx="32385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74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46" y="980798"/>
            <a:ext cx="68675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24" y="3220106"/>
            <a:ext cx="68008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955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8" y="331100"/>
            <a:ext cx="78105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43" y="1599419"/>
            <a:ext cx="78581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8" y="2890837"/>
            <a:ext cx="67437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93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05" y="443055"/>
            <a:ext cx="80581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076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29" y="374389"/>
            <a:ext cx="75057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792353"/>
            <a:ext cx="7800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570346"/>
            <a:ext cx="78867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2084127"/>
            <a:ext cx="78771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05" y="2696926"/>
            <a:ext cx="80200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29" y="3432412"/>
            <a:ext cx="5743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09" y="4938357"/>
            <a:ext cx="80391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" y="4054366"/>
            <a:ext cx="80486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453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83" y="462247"/>
            <a:ext cx="81438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" y="3289109"/>
            <a:ext cx="7794072" cy="1671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785" y="5246569"/>
            <a:ext cx="27432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23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737477"/>
            <a:ext cx="85725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117" y="1170722"/>
            <a:ext cx="6743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67" y="1826739"/>
            <a:ext cx="81343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374" y="2543175"/>
            <a:ext cx="6362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518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" y="364224"/>
            <a:ext cx="62674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" y="863078"/>
            <a:ext cx="81629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" y="1894907"/>
            <a:ext cx="70675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773" y="2836175"/>
            <a:ext cx="50482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" y="3330410"/>
            <a:ext cx="47529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" y="4779133"/>
            <a:ext cx="59245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913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50" y="3198125"/>
            <a:ext cx="6543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467010"/>
            <a:ext cx="86677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278198"/>
            <a:ext cx="53530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50" y="2459724"/>
            <a:ext cx="86010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203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36" y="343611"/>
            <a:ext cx="77724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73" y="774937"/>
            <a:ext cx="49625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73" y="1198017"/>
            <a:ext cx="45910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636" y="1487179"/>
            <a:ext cx="22288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023" y="1896399"/>
            <a:ext cx="24384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36" y="2379474"/>
            <a:ext cx="7696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233" y="3850731"/>
            <a:ext cx="65722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397" y="5039578"/>
            <a:ext cx="73437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14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40" y="284257"/>
            <a:ext cx="8951585" cy="4847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62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10" y="270254"/>
            <a:ext cx="7961211" cy="76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66800"/>
            <a:ext cx="8991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448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0"/>
            <a:ext cx="8820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354557"/>
            <a:ext cx="63436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45" y="669735"/>
            <a:ext cx="723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845" y="1354044"/>
            <a:ext cx="73152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695575"/>
            <a:ext cx="83248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4352144"/>
            <a:ext cx="72961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42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27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39" y="3252432"/>
            <a:ext cx="8277591" cy="109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46" y="460257"/>
            <a:ext cx="848677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46" y="1825389"/>
            <a:ext cx="84486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4606048"/>
            <a:ext cx="79057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180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51" y="206991"/>
            <a:ext cx="7905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51" y="1419865"/>
            <a:ext cx="49244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63" y="1918647"/>
            <a:ext cx="77819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17" y="3429000"/>
            <a:ext cx="78771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4162425"/>
            <a:ext cx="79438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498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431469"/>
            <a:ext cx="85820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972" y="1160842"/>
            <a:ext cx="7105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972" y="1798803"/>
            <a:ext cx="7115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972" y="2447855"/>
            <a:ext cx="71056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3007840"/>
            <a:ext cx="561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3831183"/>
            <a:ext cx="80581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922" y="4745156"/>
            <a:ext cx="7124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256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22" y="1485414"/>
            <a:ext cx="8286345" cy="86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28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410428"/>
            <a:ext cx="87725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708" y="1147550"/>
            <a:ext cx="7229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708" y="1634746"/>
            <a:ext cx="4000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708" y="2061949"/>
            <a:ext cx="259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2592009"/>
            <a:ext cx="8296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3429000"/>
            <a:ext cx="62007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425" y="4186877"/>
            <a:ext cx="73342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7" y="4868270"/>
            <a:ext cx="7315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497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4" y="783039"/>
            <a:ext cx="83534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4" y="1820269"/>
            <a:ext cx="84296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4" y="2607717"/>
            <a:ext cx="83724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3641250"/>
            <a:ext cx="83724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361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33" y="313757"/>
            <a:ext cx="71151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" y="959608"/>
            <a:ext cx="80295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" y="1755942"/>
            <a:ext cx="79914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2628900"/>
            <a:ext cx="80200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33" y="4464808"/>
            <a:ext cx="54006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" y="5462730"/>
            <a:ext cx="79724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718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76" y="241395"/>
            <a:ext cx="68389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793560"/>
            <a:ext cx="82105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26" y="1960871"/>
            <a:ext cx="82677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1" y="3329480"/>
            <a:ext cx="61341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4371549"/>
            <a:ext cx="82772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50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426777"/>
            <a:ext cx="862965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5" y="4519399"/>
            <a:ext cx="83724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917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79" y="277789"/>
            <a:ext cx="76200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27" y="1230289"/>
            <a:ext cx="76676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0" y="3020989"/>
            <a:ext cx="75723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1" y="4373539"/>
            <a:ext cx="63150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602" y="5882896"/>
            <a:ext cx="42862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75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12221</TotalTime>
  <Words>14</Words>
  <Application>Microsoft Office PowerPoint</Application>
  <PresentationFormat>On-screen Show (4:3)</PresentationFormat>
  <Paragraphs>3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1001</cp:revision>
  <cp:lastPrinted>2017-08-04T10:23:33Z</cp:lastPrinted>
  <dcterms:created xsi:type="dcterms:W3CDTF">2017-07-19T17:50:20Z</dcterms:created>
  <dcterms:modified xsi:type="dcterms:W3CDTF">2024-04-19T10:28:03Z</dcterms:modified>
</cp:coreProperties>
</file>