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725" r:id="rId1"/>
  </p:sldMasterIdLst>
  <p:notesMasterIdLst>
    <p:notesMasterId r:id="rId15"/>
  </p:notesMasterIdLst>
  <p:handoutMasterIdLst>
    <p:handoutMasterId r:id="rId16"/>
  </p:handoutMasterIdLst>
  <p:sldIdLst>
    <p:sldId id="256" r:id="rId2"/>
    <p:sldId id="1063" r:id="rId3"/>
    <p:sldId id="1061" r:id="rId4"/>
    <p:sldId id="1064" r:id="rId5"/>
    <p:sldId id="1065" r:id="rId6"/>
    <p:sldId id="1066" r:id="rId7"/>
    <p:sldId id="1067" r:id="rId8"/>
    <p:sldId id="1068" r:id="rId9"/>
    <p:sldId id="1069" r:id="rId10"/>
    <p:sldId id="1070" r:id="rId11"/>
    <p:sldId id="1071" r:id="rId12"/>
    <p:sldId id="1072" r:id="rId13"/>
    <p:sldId id="1073" r:id="rId14"/>
  </p:sldIdLst>
  <p:sldSz cx="9144000" cy="6858000" type="screen4x3"/>
  <p:notesSz cx="7045325" cy="9345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43">
          <p15:clr>
            <a:srgbClr val="A4A3A4"/>
          </p15:clr>
        </p15:guide>
        <p15:guide id="2" pos="221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shaba nasir" initials="nn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66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66" autoAdjust="0"/>
    <p:restoredTop sz="96797" autoAdjust="0"/>
  </p:normalViewPr>
  <p:slideViewPr>
    <p:cSldViewPr snapToGrid="0">
      <p:cViewPr varScale="1">
        <p:scale>
          <a:sx n="69" d="100"/>
          <a:sy n="69" d="100"/>
        </p:scale>
        <p:origin x="1244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-2814" y="-78"/>
      </p:cViewPr>
      <p:guideLst>
        <p:guide orient="horz" pos="2943"/>
        <p:guide pos="221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ED06D3F7-E64F-4941-AF06-04228978943D}" type="datetimeFigureOut">
              <a:rPr lang="en-US" smtClean="0"/>
              <a:t>2/27/2024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070AF922-4C38-4416-AF39-18897D6FCE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89330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5885DDC7-8421-4D3B-ACD4-D85A42860E3B}" type="datetimeFigureOut">
              <a:rPr lang="en-US" smtClean="0"/>
              <a:t>2/27/2024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9225" y="1168400"/>
            <a:ext cx="4206875" cy="31543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62" tIns="46831" rIns="93662" bIns="468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4533" y="4497576"/>
            <a:ext cx="5636260" cy="3679835"/>
          </a:xfrm>
          <a:prstGeom prst="rect">
            <a:avLst/>
          </a:prstGeom>
        </p:spPr>
        <p:txBody>
          <a:bodyPr vert="horz" lIns="93662" tIns="46831" rIns="93662" bIns="46831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BE7AE58E-F44A-4705-A5B2-1F963FD2ED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7131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0813" y="1168400"/>
            <a:ext cx="4203700" cy="31543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08686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1308-0335-40F3-9181-5C4AF11B8453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49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FA65-7737-4E0E-80C9-7D905905C72D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876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C63C-2144-4F3B-96A3-23A251ECB495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26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E8C7-7A37-4916-A0FA-05F323783E61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586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7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4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556-0196-465F-A430-9BBA0763A30C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722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729F-5041-4C51-8843-DC4574EF4C03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94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1C0C-940E-4ADF-87FC-DB0AE8E957F0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34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288C-9E5C-43F2-9E91-CC079D8A48CB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79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0B30-C62A-4ECE-908A-9B88DEDBF964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98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0176-0F5C-4C7D-AAA0-D4AADBDA2E92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71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6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6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BF63-ABB0-428B-84A7-F490305E4A3B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83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D4739-8AC8-4825-AB0A-1F5EC5AD6895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0" y="6305555"/>
            <a:ext cx="9144000" cy="3651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    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NATIONAL UNIVERISTY OF COMPUTER &amp; EMERGING SCIENCES, LAHORE  – EE DEPARTMENT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703" y="5445127"/>
            <a:ext cx="1354732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3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6852" y="1"/>
            <a:ext cx="5310981" cy="2387600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Probability &amp; Random Processes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EE2011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Department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of 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Electrical Engineering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2538" y="3673476"/>
            <a:ext cx="6850063" cy="1655762"/>
          </a:xfrm>
        </p:spPr>
        <p:txBody>
          <a:bodyPr/>
          <a:lstStyle/>
          <a:p>
            <a:endParaRPr lang="en-US" cap="none" spc="3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cap="none" spc="3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NATIONAL UNIVERSITY OF COMPUTER &amp; EMERGING SCIENCES, LAHORE CAMPUS</a:t>
            </a:r>
            <a:endParaRPr lang="en-US" cap="none" spc="3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282700" y="3749675"/>
            <a:ext cx="736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39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127" y="4044960"/>
            <a:ext cx="4882548" cy="2480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" y="2315748"/>
            <a:ext cx="7543800" cy="8286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2748" y="3152691"/>
            <a:ext cx="2609850" cy="3905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2748" y="3585451"/>
            <a:ext cx="3390900" cy="3143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800" y="627764"/>
            <a:ext cx="2314575" cy="4000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548" y="78685"/>
            <a:ext cx="2647950" cy="4667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700" y="1067548"/>
            <a:ext cx="7581900" cy="6953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800" y="1879766"/>
            <a:ext cx="3114675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031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088" y="3004880"/>
            <a:ext cx="8139682" cy="833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052" y="3797927"/>
            <a:ext cx="8016852" cy="614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498" y="1320684"/>
            <a:ext cx="5107248" cy="158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954" y="335251"/>
            <a:ext cx="7981950" cy="885825"/>
          </a:xfrm>
          <a:prstGeom prst="rect">
            <a:avLst/>
          </a:prstGeom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54" y="4412888"/>
            <a:ext cx="821055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559" y="5794013"/>
            <a:ext cx="442912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5290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146" y="227566"/>
            <a:ext cx="75152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768" y="4976649"/>
            <a:ext cx="4315980" cy="133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768" y="1039187"/>
            <a:ext cx="4457323" cy="3189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6423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129" y="2917124"/>
            <a:ext cx="8381008" cy="898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83" y="4018596"/>
            <a:ext cx="8039100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2" y="329821"/>
            <a:ext cx="829627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2" y="1665383"/>
            <a:ext cx="60960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445" y="1031983"/>
            <a:ext cx="2560555" cy="1747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4100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553" y="752900"/>
            <a:ext cx="4467921" cy="3218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671" y="306791"/>
            <a:ext cx="50196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548" y="4121623"/>
            <a:ext cx="8086725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763" y="5439202"/>
            <a:ext cx="59055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6650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708" y="593750"/>
            <a:ext cx="7561641" cy="375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99" y="1321415"/>
            <a:ext cx="6106632" cy="808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266" y="2274925"/>
            <a:ext cx="2002807" cy="872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266" y="3256579"/>
            <a:ext cx="2464625" cy="878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290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204" y="4831223"/>
            <a:ext cx="7638925" cy="1028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215" y="193699"/>
            <a:ext cx="8143875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204" y="1085779"/>
            <a:ext cx="822007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204" y="1838823"/>
            <a:ext cx="59055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539" y="2328010"/>
            <a:ext cx="43529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204" y="2845772"/>
            <a:ext cx="4029075" cy="6381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326" y="3550408"/>
            <a:ext cx="3943350" cy="3238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663" y="3958413"/>
            <a:ext cx="3876675" cy="304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9426" y="4412631"/>
            <a:ext cx="390525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329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7659" y="1312445"/>
            <a:ext cx="4203510" cy="3434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830" y="219448"/>
            <a:ext cx="8427919" cy="84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005" y="4895849"/>
            <a:ext cx="8413744" cy="877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042" y="1447223"/>
            <a:ext cx="4057650" cy="3429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842" y="2074462"/>
            <a:ext cx="4314825" cy="3619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842" y="2720751"/>
            <a:ext cx="4133850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717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845" y="485121"/>
            <a:ext cx="8503552" cy="1021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20" y="1638116"/>
            <a:ext cx="8436876" cy="321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21" y="2109447"/>
            <a:ext cx="7085747" cy="31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21" y="2564008"/>
            <a:ext cx="8082034" cy="559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21" y="3596826"/>
            <a:ext cx="8277446" cy="2449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2141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628" y="372044"/>
            <a:ext cx="508635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628" y="1682443"/>
            <a:ext cx="6238875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598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128" y="380937"/>
            <a:ext cx="7515225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54" y="1407658"/>
            <a:ext cx="50577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4" y="1927514"/>
            <a:ext cx="753427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588" y="4045218"/>
            <a:ext cx="75247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4" y="2547937"/>
            <a:ext cx="653415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2596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742" y="373330"/>
            <a:ext cx="60864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297" y="1595067"/>
            <a:ext cx="34480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297" y="2109417"/>
            <a:ext cx="644842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769" y="3204792"/>
            <a:ext cx="56197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297" y="4059074"/>
            <a:ext cx="7077075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297" y="5261882"/>
            <a:ext cx="760095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719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11097</TotalTime>
  <Words>14</Words>
  <Application>Microsoft Office PowerPoint</Application>
  <PresentationFormat>On-screen Show (4:3)</PresentationFormat>
  <Paragraphs>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Probability &amp; Random Processes EE2011 Department of Electrical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electrical engineering</dc:title>
  <dc:creator>Tooba Javed</dc:creator>
  <cp:lastModifiedBy>LENOVO</cp:lastModifiedBy>
  <cp:revision>888</cp:revision>
  <cp:lastPrinted>2017-08-04T10:23:33Z</cp:lastPrinted>
  <dcterms:created xsi:type="dcterms:W3CDTF">2017-07-19T17:50:20Z</dcterms:created>
  <dcterms:modified xsi:type="dcterms:W3CDTF">2024-02-27T07:24:46Z</dcterms:modified>
</cp:coreProperties>
</file>