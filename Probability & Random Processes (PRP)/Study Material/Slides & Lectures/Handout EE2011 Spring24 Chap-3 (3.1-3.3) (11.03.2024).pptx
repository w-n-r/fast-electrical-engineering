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2">
  <p:sldMasterIdLst>
    <p:sldMasterId id="2147483725" r:id="rId1"/>
  </p:sldMasterIdLst>
  <p:notesMasterIdLst>
    <p:notesMasterId r:id="rId40"/>
  </p:notesMasterIdLst>
  <p:handoutMasterIdLst>
    <p:handoutMasterId r:id="rId41"/>
  </p:handoutMasterIdLst>
  <p:sldIdLst>
    <p:sldId id="256" r:id="rId2"/>
    <p:sldId id="1123" r:id="rId3"/>
    <p:sldId id="1124" r:id="rId4"/>
    <p:sldId id="1125" r:id="rId5"/>
    <p:sldId id="1128" r:id="rId6"/>
    <p:sldId id="1129" r:id="rId7"/>
    <p:sldId id="1130" r:id="rId8"/>
    <p:sldId id="1131" r:id="rId9"/>
    <p:sldId id="1132" r:id="rId10"/>
    <p:sldId id="1134" r:id="rId11"/>
    <p:sldId id="1135" r:id="rId12"/>
    <p:sldId id="1140" r:id="rId13"/>
    <p:sldId id="1141" r:id="rId14"/>
    <p:sldId id="1142" r:id="rId15"/>
    <p:sldId id="1143" r:id="rId16"/>
    <p:sldId id="1144" r:id="rId17"/>
    <p:sldId id="1145" r:id="rId18"/>
    <p:sldId id="1146" r:id="rId19"/>
    <p:sldId id="1147" r:id="rId20"/>
    <p:sldId id="1148" r:id="rId21"/>
    <p:sldId id="1149" r:id="rId22"/>
    <p:sldId id="1177" r:id="rId23"/>
    <p:sldId id="1178" r:id="rId24"/>
    <p:sldId id="1151" r:id="rId25"/>
    <p:sldId id="1152" r:id="rId26"/>
    <p:sldId id="1153" r:id="rId27"/>
    <p:sldId id="1154" r:id="rId28"/>
    <p:sldId id="1155" r:id="rId29"/>
    <p:sldId id="1156" r:id="rId30"/>
    <p:sldId id="1157" r:id="rId31"/>
    <p:sldId id="1158" r:id="rId32"/>
    <p:sldId id="1159" r:id="rId33"/>
    <p:sldId id="1160" r:id="rId34"/>
    <p:sldId id="1162" r:id="rId35"/>
    <p:sldId id="1163" r:id="rId36"/>
    <p:sldId id="1164" r:id="rId37"/>
    <p:sldId id="1165" r:id="rId38"/>
    <p:sldId id="1166" r:id="rId39"/>
  </p:sldIdLst>
  <p:sldSz cx="9144000" cy="6858000" type="screen4x3"/>
  <p:notesSz cx="7045325" cy="9345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43">
          <p15:clr>
            <a:srgbClr val="A4A3A4"/>
          </p15:clr>
        </p15:guide>
        <p15:guide id="2" pos="2219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shaba nasir" initials="nn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FF66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6" autoAdjust="0"/>
    <p:restoredTop sz="96797" autoAdjust="0"/>
  </p:normalViewPr>
  <p:slideViewPr>
    <p:cSldViewPr snapToGrid="0">
      <p:cViewPr varScale="1">
        <p:scale>
          <a:sx n="69" d="100"/>
          <a:sy n="69" d="100"/>
        </p:scale>
        <p:origin x="124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-2814" y="-78"/>
      </p:cViewPr>
      <p:guideLst>
        <p:guide orient="horz" pos="2943"/>
        <p:guide pos="221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ED06D3F7-E64F-4941-AF06-04228978943D}" type="datetimeFigureOut">
              <a:rPr lang="en-US" smtClean="0"/>
              <a:t>3/11/2024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070AF922-4C38-4416-AF39-18897D6FCE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8933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0721" y="0"/>
            <a:ext cx="3052974" cy="468904"/>
          </a:xfrm>
          <a:prstGeom prst="rect">
            <a:avLst/>
          </a:prstGeom>
        </p:spPr>
        <p:txBody>
          <a:bodyPr vert="horz" lIns="93662" tIns="46831" rIns="93662" bIns="46831" rtlCol="0"/>
          <a:lstStyle>
            <a:lvl1pPr algn="r">
              <a:defRPr sz="1200"/>
            </a:lvl1pPr>
          </a:lstStyle>
          <a:p>
            <a:fld id="{5885DDC7-8421-4D3B-ACD4-D85A42860E3B}" type="datetimeFigureOut">
              <a:rPr lang="en-US" smtClean="0"/>
              <a:t>3/11/2024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19225" y="1168400"/>
            <a:ext cx="4206875" cy="31543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62" tIns="46831" rIns="93662" bIns="46831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4533" y="4497576"/>
            <a:ext cx="5636260" cy="3679835"/>
          </a:xfrm>
          <a:prstGeom prst="rect">
            <a:avLst/>
          </a:prstGeom>
        </p:spPr>
        <p:txBody>
          <a:bodyPr vert="horz" lIns="93662" tIns="46831" rIns="93662" bIns="46831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0721" y="8876711"/>
            <a:ext cx="3052974" cy="468903"/>
          </a:xfrm>
          <a:prstGeom prst="rect">
            <a:avLst/>
          </a:prstGeom>
        </p:spPr>
        <p:txBody>
          <a:bodyPr vert="horz" lIns="93662" tIns="46831" rIns="93662" bIns="46831" rtlCol="0" anchor="b"/>
          <a:lstStyle>
            <a:lvl1pPr algn="r">
              <a:defRPr sz="1200"/>
            </a:lvl1pPr>
          </a:lstStyle>
          <a:p>
            <a:fld id="{BE7AE58E-F44A-4705-A5B2-1F963FD2ED5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71312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20813" y="1168400"/>
            <a:ext cx="4203700" cy="31543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086865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1308-0335-40F3-9181-5C4AF11B8453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1492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2EFA65-7737-4E0E-80C9-7D905905C72D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3876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9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9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BC63C-2144-4F3B-96A3-23A251ECB495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260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E1E8C7-7A37-4916-A0FA-05F323783E61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7586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365127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1" y="1681164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D9556-0196-465F-A430-9BBA0763A30C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722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F729F-5041-4C51-8843-DC4574EF4C03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2949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A1C0C-940E-4ADF-87FC-DB0AE8E957F0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34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B288C-9E5C-43F2-9E91-CC079D8A48CB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79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9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7"/>
            <a:ext cx="4629151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9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A0B30-C62A-4ECE-908A-9B88DEDBF964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498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E70176-0F5C-4C7D-AAA0-D4AADBDA2E92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771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365126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8BF63-ABB0-428B-84A7-F490305E4A3B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830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1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6D4739-8AC8-4825-AB0A-1F5EC5AD6895}" type="datetime1">
              <a:rPr lang="en-US" smtClean="0"/>
              <a:t>3/11/2024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1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1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5D8848-F1D8-4357-A862-C508D607712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0" y="6305555"/>
            <a:ext cx="9144000" cy="365125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dirty="0" smtClean="0">
                <a:solidFill>
                  <a:schemeClr val="accent1">
                    <a:lumMod val="50000"/>
                  </a:schemeClr>
                </a:solidFill>
              </a:rPr>
              <a:t>    </a:t>
            </a:r>
            <a:r>
              <a:rPr lang="en-US" sz="1200" dirty="0" smtClean="0">
                <a:solidFill>
                  <a:schemeClr val="accent1">
                    <a:lumMod val="50000"/>
                  </a:schemeClr>
                </a:solidFill>
              </a:rPr>
              <a:t>NATIONAL UNIVERISTY OF COMPUTER &amp; EMERGING SCIENCES, LAHORE  – EE DEPARTMENT</a:t>
            </a:r>
            <a:endParaRPr lang="en-US" sz="1400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6703" y="5445127"/>
            <a:ext cx="1354732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6328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3" Type="http://schemas.openxmlformats.org/officeDocument/2006/relationships/image" Target="../media/image111.png"/><Relationship Id="rId7" Type="http://schemas.openxmlformats.org/officeDocument/2006/relationships/image" Target="../media/image115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1.png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6852" y="1"/>
            <a:ext cx="5310981" cy="2387600"/>
          </a:xfrm>
        </p:spPr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Probability &amp; Random Processes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EE2011</a:t>
            </a:r>
            <a:b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Department </a:t>
            </a: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of </a:t>
            </a:r>
            <a:r>
              <a:rPr lang="en-US" sz="2000" dirty="0" smtClean="0">
                <a:solidFill>
                  <a:schemeClr val="accent1">
                    <a:lumMod val="50000"/>
                  </a:schemeClr>
                </a:solidFill>
              </a:rPr>
              <a:t>Electrical Engineering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2538" y="3673476"/>
            <a:ext cx="6850063" cy="1655762"/>
          </a:xfrm>
        </p:spPr>
        <p:txBody>
          <a:bodyPr/>
          <a:lstStyle/>
          <a:p>
            <a:endParaRPr lang="en-US" cap="none" spc="300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cap="none" spc="3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NATIONAL UNIVERSITY OF COMPUTER &amp; EMERGING SCIENCES, LAHORE CAMPUS</a:t>
            </a:r>
            <a:endParaRPr lang="en-US" cap="none" spc="3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282700" y="3749675"/>
            <a:ext cx="7366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9393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22" y="285750"/>
            <a:ext cx="5919723" cy="492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5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22" y="968630"/>
            <a:ext cx="7181866" cy="457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1425831"/>
            <a:ext cx="825817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498" y="3114033"/>
            <a:ext cx="681037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" y="3745242"/>
            <a:ext cx="821055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40" y="4671087"/>
            <a:ext cx="81438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104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958" y="997069"/>
            <a:ext cx="8713046" cy="790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375" y="444547"/>
            <a:ext cx="2080909" cy="3879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43" y="2187268"/>
            <a:ext cx="85248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038" y="3005138"/>
            <a:ext cx="8543925" cy="847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324" y="3975692"/>
            <a:ext cx="57340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437" y="4935229"/>
            <a:ext cx="85629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1637731" y="2487305"/>
            <a:ext cx="50769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723331" y="2787343"/>
            <a:ext cx="491319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81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34" y="484210"/>
            <a:ext cx="1695917" cy="416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134" y="1018963"/>
            <a:ext cx="83153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71" y="1807049"/>
            <a:ext cx="8248650" cy="234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0806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75" y="206706"/>
            <a:ext cx="80867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75" y="1303219"/>
            <a:ext cx="605790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86" y="3252788"/>
            <a:ext cx="710565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488" y="3987493"/>
            <a:ext cx="82010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334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44714"/>
            <a:ext cx="7772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208" y="1805058"/>
            <a:ext cx="77819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25" y="2657475"/>
            <a:ext cx="7800975" cy="51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038" y="3672457"/>
            <a:ext cx="77819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4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887" y="586555"/>
            <a:ext cx="8171394" cy="882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987" y="1706584"/>
            <a:ext cx="8128330" cy="48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53" y="2576726"/>
            <a:ext cx="8149862" cy="53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515" y="3289110"/>
            <a:ext cx="8128330" cy="915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2033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28" y="1391508"/>
            <a:ext cx="8135630" cy="82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28" y="2404073"/>
            <a:ext cx="8168001" cy="593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8475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" y="429834"/>
            <a:ext cx="8181975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2" y="1570915"/>
            <a:ext cx="8296275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47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80" y="107334"/>
            <a:ext cx="8143875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00" y="1197874"/>
            <a:ext cx="73247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00" y="1577452"/>
            <a:ext cx="7105650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80" y="2137296"/>
            <a:ext cx="82677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00" y="2996260"/>
            <a:ext cx="7650708" cy="71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130" y="3710058"/>
            <a:ext cx="7848174" cy="2759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0889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43200" y="1765005"/>
            <a:ext cx="3615070" cy="4997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3" y="579106"/>
            <a:ext cx="76581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" y="1157288"/>
            <a:ext cx="81438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" y="2851529"/>
            <a:ext cx="8134350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7204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70" y="594674"/>
            <a:ext cx="8386988" cy="1588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70" y="2347557"/>
            <a:ext cx="81438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77" y="3064775"/>
            <a:ext cx="72580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77" y="3555242"/>
            <a:ext cx="74866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477" y="4050400"/>
            <a:ext cx="6048375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593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300" y="2318942"/>
            <a:ext cx="8200637" cy="850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35" y="3443391"/>
            <a:ext cx="8340403" cy="1133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8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35" y="4789753"/>
            <a:ext cx="6331158" cy="340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535" y="455962"/>
            <a:ext cx="8199336" cy="354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909" y="1120912"/>
            <a:ext cx="8379543" cy="885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4164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654" y="596943"/>
            <a:ext cx="8755552" cy="1267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84" y="2169779"/>
            <a:ext cx="7886700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912" y="2927016"/>
            <a:ext cx="79057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42" y="3746166"/>
            <a:ext cx="78867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742" y="4345957"/>
            <a:ext cx="7915275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536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84" y="480232"/>
            <a:ext cx="78009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31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22" y="1494715"/>
            <a:ext cx="8172450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784" y="3680418"/>
            <a:ext cx="8382000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736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98" y="844668"/>
            <a:ext cx="7943850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98" y="2607860"/>
            <a:ext cx="7943850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00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269" y="356620"/>
            <a:ext cx="45243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838" y="914115"/>
            <a:ext cx="7934325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68" y="1407370"/>
            <a:ext cx="793432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021" y="3064085"/>
            <a:ext cx="53435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30" y="5004067"/>
            <a:ext cx="791527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4415" y="2726019"/>
            <a:ext cx="1824748" cy="16091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14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791072"/>
            <a:ext cx="76866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" y="1791481"/>
            <a:ext cx="786765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1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804" y="2699697"/>
            <a:ext cx="62769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3266221"/>
            <a:ext cx="785812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56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48" y="1272653"/>
            <a:ext cx="8193247" cy="2985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7582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1" y="1089973"/>
            <a:ext cx="799147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26" y="2250032"/>
            <a:ext cx="79343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264" y="3258616"/>
            <a:ext cx="8083887" cy="18592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3323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78" y="3684323"/>
            <a:ext cx="8190822" cy="88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393937"/>
            <a:ext cx="8153400" cy="1047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638300"/>
            <a:ext cx="5334000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2113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99" y="253692"/>
            <a:ext cx="7926053" cy="11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499" y="1738099"/>
            <a:ext cx="8116683" cy="38165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249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20" y="0"/>
            <a:ext cx="7533870" cy="109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20" y="1166964"/>
            <a:ext cx="7533871" cy="924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20" y="2153723"/>
            <a:ext cx="7533872" cy="384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9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21" y="2571826"/>
            <a:ext cx="7533870" cy="1058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321" y="3859393"/>
            <a:ext cx="4138044" cy="3304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1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70" y="4475951"/>
            <a:ext cx="7514822" cy="815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02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101" y="5291705"/>
            <a:ext cx="7809626" cy="11636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600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652" y="193769"/>
            <a:ext cx="8573255" cy="54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75" y="939563"/>
            <a:ext cx="760095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763" y="1942140"/>
            <a:ext cx="114300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167" y="2316779"/>
            <a:ext cx="418147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9260" y="2104065"/>
            <a:ext cx="3176235" cy="2342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0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06" y="5222114"/>
            <a:ext cx="8044363" cy="10831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51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3687" y="1989765"/>
            <a:ext cx="915573" cy="4084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9201" y="649050"/>
            <a:ext cx="35147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0833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1657" y="2792562"/>
            <a:ext cx="4708778" cy="3396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09" y="260445"/>
            <a:ext cx="69723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09" y="683525"/>
            <a:ext cx="71723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09" y="1163330"/>
            <a:ext cx="775335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109" y="2011727"/>
            <a:ext cx="8143875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06110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0559" y="740391"/>
            <a:ext cx="3989547" cy="2929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7" y="5359165"/>
            <a:ext cx="7892400" cy="486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3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304" y="464166"/>
            <a:ext cx="773430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4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" y="3429000"/>
            <a:ext cx="8029575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5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" y="4390599"/>
            <a:ext cx="80010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Straight Connector 2"/>
          <p:cNvCxnSpPr/>
          <p:nvPr/>
        </p:nvCxnSpPr>
        <p:spPr>
          <a:xfrm>
            <a:off x="6660106" y="3669558"/>
            <a:ext cx="187238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660105" y="3981446"/>
            <a:ext cx="1872381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640087" y="4305300"/>
            <a:ext cx="269853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40087" y="3941574"/>
            <a:ext cx="3081308" cy="39872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333129" y="3981446"/>
            <a:ext cx="13127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0783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27" y="1215450"/>
            <a:ext cx="8371835" cy="839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026" y="2341455"/>
            <a:ext cx="8371835" cy="80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Straight Connector 5"/>
          <p:cNvCxnSpPr/>
          <p:nvPr/>
        </p:nvCxnSpPr>
        <p:spPr>
          <a:xfrm>
            <a:off x="3631380" y="1480584"/>
            <a:ext cx="39496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4730078" y="2611180"/>
            <a:ext cx="394963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90027" y="2891170"/>
            <a:ext cx="25339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19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54" y="243591"/>
            <a:ext cx="8576551" cy="611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54" y="3339027"/>
            <a:ext cx="5411550" cy="3283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6597" y="1349197"/>
            <a:ext cx="3795391" cy="2118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253" y="959012"/>
            <a:ext cx="2501363" cy="1844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35342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508" y="335236"/>
            <a:ext cx="5603653" cy="304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46" y="831530"/>
            <a:ext cx="7850040" cy="56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500" y="1628989"/>
            <a:ext cx="7810500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46" y="2301851"/>
            <a:ext cx="779145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3009900"/>
            <a:ext cx="7877175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513" y="3892811"/>
            <a:ext cx="7839075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3" y="4950086"/>
            <a:ext cx="7867650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0215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1" y="269938"/>
            <a:ext cx="7845111" cy="489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1" y="1146554"/>
            <a:ext cx="7820025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1" y="1880974"/>
            <a:ext cx="6553200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1" y="2704034"/>
            <a:ext cx="7791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461" y="3193363"/>
            <a:ext cx="43338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00624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368632"/>
            <a:ext cx="7981950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31569"/>
            <a:ext cx="79533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3" y="2328863"/>
            <a:ext cx="802957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91469"/>
            <a:ext cx="8010525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178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89" y="1471898"/>
            <a:ext cx="7927787" cy="3499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573" y="373385"/>
            <a:ext cx="7889404" cy="1002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3" y="5153914"/>
            <a:ext cx="7851303" cy="7965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Straight Connector 3"/>
          <p:cNvCxnSpPr/>
          <p:nvPr/>
        </p:nvCxnSpPr>
        <p:spPr>
          <a:xfrm>
            <a:off x="5104263" y="5650173"/>
            <a:ext cx="3575714" cy="2729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828673" y="5950423"/>
            <a:ext cx="15869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09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9767" y="3780687"/>
            <a:ext cx="4648866" cy="2769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2066187"/>
            <a:ext cx="7229475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12" y="259094"/>
            <a:ext cx="719137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512" y="1201257"/>
            <a:ext cx="717232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980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152" y="667857"/>
            <a:ext cx="8197528" cy="25803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4254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641018"/>
            <a:ext cx="8153400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35" y="3125693"/>
            <a:ext cx="7572375" cy="115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80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50" y="152258"/>
            <a:ext cx="7829550" cy="188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58" y="2247616"/>
            <a:ext cx="4029075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11" y="2590516"/>
            <a:ext cx="2314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958" y="3285130"/>
            <a:ext cx="20955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50" y="3986213"/>
            <a:ext cx="6800850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7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050" y="5100638"/>
            <a:ext cx="7534275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224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2" y="167795"/>
            <a:ext cx="6296025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8795" y="4160846"/>
            <a:ext cx="4104793" cy="2697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2" y="1035666"/>
            <a:ext cx="5334000" cy="1238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2" y="2388074"/>
            <a:ext cx="4495800" cy="118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622" y="3628812"/>
            <a:ext cx="58293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555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4227" y="879371"/>
            <a:ext cx="7048500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9482" y="2645080"/>
            <a:ext cx="4104793" cy="26971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274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11157</TotalTime>
  <Words>14</Words>
  <Application>Microsoft Office PowerPoint</Application>
  <PresentationFormat>On-screen Show (4:3)</PresentationFormat>
  <Paragraphs>3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Calibri Light</vt:lpstr>
      <vt:lpstr>Office Theme</vt:lpstr>
      <vt:lpstr>Probability &amp; Random Processes EE2011 Department of Electrical Engineering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electrical engineering</dc:title>
  <dc:creator>Tooba Javed</dc:creator>
  <cp:lastModifiedBy>LENOVO</cp:lastModifiedBy>
  <cp:revision>894</cp:revision>
  <cp:lastPrinted>2017-08-04T10:23:33Z</cp:lastPrinted>
  <dcterms:created xsi:type="dcterms:W3CDTF">2017-07-19T17:50:20Z</dcterms:created>
  <dcterms:modified xsi:type="dcterms:W3CDTF">2024-03-11T18:00:56Z</dcterms:modified>
</cp:coreProperties>
</file>