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49"/>
  </p:notesMasterIdLst>
  <p:handoutMasterIdLst>
    <p:handoutMasterId r:id="rId50"/>
  </p:handoutMasterIdLst>
  <p:sldIdLst>
    <p:sldId id="256" r:id="rId2"/>
    <p:sldId id="420" r:id="rId3"/>
    <p:sldId id="421" r:id="rId4"/>
    <p:sldId id="422" r:id="rId5"/>
    <p:sldId id="424" r:id="rId6"/>
    <p:sldId id="445" r:id="rId7"/>
    <p:sldId id="425" r:id="rId8"/>
    <p:sldId id="427" r:id="rId9"/>
    <p:sldId id="428" r:id="rId10"/>
    <p:sldId id="429" r:id="rId11"/>
    <p:sldId id="430" r:id="rId12"/>
    <p:sldId id="431" r:id="rId13"/>
    <p:sldId id="426" r:id="rId14"/>
    <p:sldId id="432" r:id="rId15"/>
    <p:sldId id="451" r:id="rId16"/>
    <p:sldId id="452" r:id="rId17"/>
    <p:sldId id="453" r:id="rId18"/>
    <p:sldId id="454" r:id="rId19"/>
    <p:sldId id="455" r:id="rId20"/>
    <p:sldId id="456" r:id="rId21"/>
    <p:sldId id="457" r:id="rId22"/>
    <p:sldId id="458" r:id="rId23"/>
    <p:sldId id="459" r:id="rId24"/>
    <p:sldId id="460" r:id="rId25"/>
    <p:sldId id="461" r:id="rId26"/>
    <p:sldId id="462" r:id="rId27"/>
    <p:sldId id="463" r:id="rId28"/>
    <p:sldId id="464" r:id="rId29"/>
    <p:sldId id="465" r:id="rId30"/>
    <p:sldId id="466" r:id="rId31"/>
    <p:sldId id="467" r:id="rId32"/>
    <p:sldId id="468" r:id="rId33"/>
    <p:sldId id="469" r:id="rId34"/>
    <p:sldId id="470" r:id="rId35"/>
    <p:sldId id="471" r:id="rId36"/>
    <p:sldId id="472" r:id="rId37"/>
    <p:sldId id="473" r:id="rId38"/>
    <p:sldId id="474" r:id="rId39"/>
    <p:sldId id="475" r:id="rId40"/>
    <p:sldId id="476" r:id="rId41"/>
    <p:sldId id="477" r:id="rId42"/>
    <p:sldId id="478" r:id="rId43"/>
    <p:sldId id="479" r:id="rId44"/>
    <p:sldId id="480" r:id="rId45"/>
    <p:sldId id="481" r:id="rId46"/>
    <p:sldId id="482" r:id="rId47"/>
    <p:sldId id="483" r:id="rId48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87" autoAdjust="0"/>
    <p:restoredTop sz="86477" autoAdjust="0"/>
  </p:normalViewPr>
  <p:slideViewPr>
    <p:cSldViewPr snapToGrid="0">
      <p:cViewPr varScale="1">
        <p:scale>
          <a:sx n="69" d="100"/>
          <a:sy n="69" d="100"/>
        </p:scale>
        <p:origin x="1432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46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5/5/2024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5/5/2024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868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Relationship Id="rId9" Type="http://schemas.openxmlformats.org/officeDocument/2006/relationships/image" Target="../media/image17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7" Type="http://schemas.openxmlformats.org/officeDocument/2006/relationships/image" Target="../media/image179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91.png"/><Relationship Id="rId3" Type="http://schemas.openxmlformats.org/officeDocument/2006/relationships/image" Target="../media/image181.png"/><Relationship Id="rId7" Type="http://schemas.openxmlformats.org/officeDocument/2006/relationships/image" Target="../media/image185.png"/><Relationship Id="rId12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png"/><Relationship Id="rId11" Type="http://schemas.openxmlformats.org/officeDocument/2006/relationships/image" Target="../media/image189.png"/><Relationship Id="rId5" Type="http://schemas.openxmlformats.org/officeDocument/2006/relationships/image" Target="../media/image183.png"/><Relationship Id="rId15" Type="http://schemas.openxmlformats.org/officeDocument/2006/relationships/image" Target="../media/image193.png"/><Relationship Id="rId10" Type="http://schemas.openxmlformats.org/officeDocument/2006/relationships/image" Target="../media/image188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4" Type="http://schemas.openxmlformats.org/officeDocument/2006/relationships/image" Target="../media/image19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95.png"/><Relationship Id="rId7" Type="http://schemas.openxmlformats.org/officeDocument/2006/relationships/image" Target="../media/image199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8.png"/><Relationship Id="rId5" Type="http://schemas.openxmlformats.org/officeDocument/2006/relationships/image" Target="../media/image197.png"/><Relationship Id="rId4" Type="http://schemas.openxmlformats.org/officeDocument/2006/relationships/image" Target="../media/image19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4" Type="http://schemas.openxmlformats.org/officeDocument/2006/relationships/image" Target="../media/image203.png"/><Relationship Id="rId9" Type="http://schemas.openxmlformats.org/officeDocument/2006/relationships/image" Target="../media/image20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png"/><Relationship Id="rId3" Type="http://schemas.openxmlformats.org/officeDocument/2006/relationships/image" Target="../media/image210.png"/><Relationship Id="rId7" Type="http://schemas.openxmlformats.org/officeDocument/2006/relationships/image" Target="../media/image214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3.png"/><Relationship Id="rId5" Type="http://schemas.openxmlformats.org/officeDocument/2006/relationships/image" Target="../media/image212.png"/><Relationship Id="rId10" Type="http://schemas.openxmlformats.org/officeDocument/2006/relationships/image" Target="../media/image217.png"/><Relationship Id="rId4" Type="http://schemas.openxmlformats.org/officeDocument/2006/relationships/image" Target="../media/image211.png"/><Relationship Id="rId9" Type="http://schemas.openxmlformats.org/officeDocument/2006/relationships/image" Target="../media/image21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png"/><Relationship Id="rId3" Type="http://schemas.openxmlformats.org/officeDocument/2006/relationships/image" Target="../media/image219.png"/><Relationship Id="rId7" Type="http://schemas.openxmlformats.org/officeDocument/2006/relationships/image" Target="../media/image223.png"/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2.png"/><Relationship Id="rId11" Type="http://schemas.openxmlformats.org/officeDocument/2006/relationships/image" Target="../media/image227.png"/><Relationship Id="rId5" Type="http://schemas.openxmlformats.org/officeDocument/2006/relationships/image" Target="../media/image221.png"/><Relationship Id="rId10" Type="http://schemas.openxmlformats.org/officeDocument/2006/relationships/image" Target="../media/image226.png"/><Relationship Id="rId4" Type="http://schemas.openxmlformats.org/officeDocument/2006/relationships/image" Target="../media/image220.png"/><Relationship Id="rId9" Type="http://schemas.openxmlformats.org/officeDocument/2006/relationships/image" Target="../media/image22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2.png"/><Relationship Id="rId5" Type="http://schemas.openxmlformats.org/officeDocument/2006/relationships/image" Target="../media/image231.png"/><Relationship Id="rId4" Type="http://schemas.openxmlformats.org/officeDocument/2006/relationships/image" Target="../media/image2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1"/>
            <a:ext cx="5310981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9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04" y="298376"/>
            <a:ext cx="44481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03" y="2845598"/>
            <a:ext cx="7344351" cy="2415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03" y="827686"/>
            <a:ext cx="72961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03" y="1497404"/>
            <a:ext cx="72580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090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285" y="2637681"/>
            <a:ext cx="6991350" cy="3228975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84" y="480952"/>
            <a:ext cx="74771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10" y="871477"/>
            <a:ext cx="75057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14" y="1468829"/>
            <a:ext cx="75438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0448" y="3709243"/>
            <a:ext cx="3143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42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80" y="65492"/>
            <a:ext cx="1220861" cy="291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40" y="1868200"/>
            <a:ext cx="40862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694" y="2795526"/>
            <a:ext cx="20383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94" y="4606637"/>
            <a:ext cx="744855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553" y="2231758"/>
            <a:ext cx="73818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69" y="3560185"/>
            <a:ext cx="6858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529" y="3977183"/>
            <a:ext cx="72009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52" y="455868"/>
            <a:ext cx="74485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69" y="1041318"/>
            <a:ext cx="46386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79" y="1280248"/>
            <a:ext cx="80772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320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738" y="228539"/>
            <a:ext cx="714375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88" y="1290514"/>
            <a:ext cx="7086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153" y="2072680"/>
            <a:ext cx="3718162" cy="2426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66" y="4771374"/>
            <a:ext cx="711517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16" y="5657199"/>
            <a:ext cx="7058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703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2" y="231445"/>
            <a:ext cx="70866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2" y="862322"/>
            <a:ext cx="71247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79" y="1402155"/>
            <a:ext cx="70580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79" y="2550473"/>
            <a:ext cx="75152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911" y="3064823"/>
            <a:ext cx="3745198" cy="2443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2" y="5508639"/>
            <a:ext cx="748665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113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17" y="755733"/>
            <a:ext cx="57150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17" y="1624959"/>
            <a:ext cx="7562406" cy="2520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345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48" y="383784"/>
            <a:ext cx="64103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48" y="679059"/>
            <a:ext cx="74104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73" y="1442667"/>
            <a:ext cx="73818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623" y="2121044"/>
            <a:ext cx="5372100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22" y="5447187"/>
            <a:ext cx="73818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790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33" y="414338"/>
            <a:ext cx="76104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295" y="1059316"/>
            <a:ext cx="5391150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33" y="4330845"/>
            <a:ext cx="7458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83" y="4982194"/>
            <a:ext cx="75057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83" y="5437909"/>
            <a:ext cx="653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83" y="5742709"/>
            <a:ext cx="71151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279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369" y="1346573"/>
            <a:ext cx="5463205" cy="3219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21" y="333561"/>
            <a:ext cx="71437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45" y="5109234"/>
            <a:ext cx="677227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710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87" y="338757"/>
            <a:ext cx="775335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62" y="1517073"/>
            <a:ext cx="757237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62" y="2754517"/>
            <a:ext cx="76104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536" y="3493262"/>
            <a:ext cx="75914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62" y="4193781"/>
            <a:ext cx="74009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62" y="2233487"/>
            <a:ext cx="66008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083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961" y="1532534"/>
            <a:ext cx="53054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961" y="107343"/>
            <a:ext cx="7656604" cy="1152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036" y="2700646"/>
            <a:ext cx="47053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036" y="5069156"/>
            <a:ext cx="482917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667" y="4121542"/>
            <a:ext cx="413385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527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357" y="589806"/>
            <a:ext cx="5035788" cy="858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357" y="1611457"/>
            <a:ext cx="6400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694" y="2304431"/>
            <a:ext cx="63341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6390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41" y="1471235"/>
            <a:ext cx="73056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382" y="2359223"/>
            <a:ext cx="73437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482" y="3127717"/>
            <a:ext cx="7305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57" y="3922183"/>
            <a:ext cx="70866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57" y="4432823"/>
            <a:ext cx="73152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66" y="690928"/>
            <a:ext cx="73723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788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36" y="139031"/>
            <a:ext cx="42100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61" y="529556"/>
            <a:ext cx="718185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759" y="1538958"/>
            <a:ext cx="36671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285" y="1853283"/>
            <a:ext cx="4843698" cy="272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60" y="4417299"/>
            <a:ext cx="32099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627" y="5224202"/>
            <a:ext cx="24765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360" y="5950292"/>
            <a:ext cx="42005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799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617" y="0"/>
            <a:ext cx="1526783" cy="898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92" y="318542"/>
            <a:ext cx="69532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67" y="927142"/>
            <a:ext cx="692467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92" y="1753961"/>
            <a:ext cx="68865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67" y="2429196"/>
            <a:ext cx="5191125" cy="246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92" y="4919849"/>
            <a:ext cx="69151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17" y="5665643"/>
            <a:ext cx="69056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581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431" y="466601"/>
            <a:ext cx="68961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" y="1352550"/>
            <a:ext cx="75533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7" y="1983921"/>
            <a:ext cx="75057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2" y="2905125"/>
            <a:ext cx="7553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3559628"/>
            <a:ext cx="751522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4570268"/>
            <a:ext cx="454342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388" y="5491100"/>
            <a:ext cx="68199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2272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92" y="5177766"/>
            <a:ext cx="775335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64" y="625373"/>
            <a:ext cx="75628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64" y="1698667"/>
            <a:ext cx="49149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869" y="2790825"/>
            <a:ext cx="199072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587" y="3738563"/>
            <a:ext cx="35528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264" y="4425971"/>
            <a:ext cx="71913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529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44" y="4749944"/>
            <a:ext cx="75723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45" y="183512"/>
            <a:ext cx="66960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44" y="3416444"/>
            <a:ext cx="7610475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734" y="608707"/>
            <a:ext cx="4702319" cy="280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45" y="5539715"/>
            <a:ext cx="73914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073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6" y="361505"/>
            <a:ext cx="865822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9690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471488"/>
            <a:ext cx="8553450" cy="591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9685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514350"/>
            <a:ext cx="8420100" cy="582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63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76350"/>
            <a:ext cx="8382000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092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34" y="5504151"/>
            <a:ext cx="75342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34" y="6049365"/>
            <a:ext cx="31146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03" y="205654"/>
            <a:ext cx="75438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28" y="500929"/>
            <a:ext cx="7623288" cy="4905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572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05" y="136198"/>
            <a:ext cx="72009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08" y="2484110"/>
            <a:ext cx="7048500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683" y="1017260"/>
            <a:ext cx="7096125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05" y="440316"/>
            <a:ext cx="689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105" y="5781018"/>
            <a:ext cx="18764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7154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86" y="3725016"/>
            <a:ext cx="60388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060" y="972786"/>
            <a:ext cx="3905250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63" y="393123"/>
            <a:ext cx="76962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11" y="1125187"/>
            <a:ext cx="2705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772" y="3967903"/>
            <a:ext cx="23145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63" y="4569155"/>
            <a:ext cx="8467725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158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36" y="410811"/>
            <a:ext cx="31051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861" y="410811"/>
            <a:ext cx="227647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86" y="3268311"/>
            <a:ext cx="8477250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35" y="1105519"/>
            <a:ext cx="61055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35" y="1839561"/>
            <a:ext cx="37433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941" y="2096736"/>
            <a:ext cx="20764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684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979" y="2029800"/>
            <a:ext cx="6981825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32" y="184130"/>
            <a:ext cx="68008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968" y="593705"/>
            <a:ext cx="22764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217" y="985591"/>
            <a:ext cx="27336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32" y="1652093"/>
            <a:ext cx="59626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53" y="4568104"/>
            <a:ext cx="66960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28" y="5422817"/>
            <a:ext cx="67056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1447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44" y="201022"/>
            <a:ext cx="78867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284" y="3037526"/>
            <a:ext cx="4429125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91" y="1055296"/>
            <a:ext cx="66675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91" y="1957388"/>
            <a:ext cx="696277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489" y="3092429"/>
            <a:ext cx="453390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10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74" y="364847"/>
            <a:ext cx="8534400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02" y="4615790"/>
            <a:ext cx="430530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540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901" y="222106"/>
            <a:ext cx="71151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021" y="659637"/>
            <a:ext cx="50292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1067542"/>
            <a:ext cx="74199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1562841"/>
            <a:ext cx="43053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901" y="2539464"/>
            <a:ext cx="40671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825" y="3390280"/>
            <a:ext cx="406717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32" y="4608862"/>
            <a:ext cx="291465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7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84" y="5558517"/>
            <a:ext cx="65722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0312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42" y="297317"/>
            <a:ext cx="74295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92" y="1656298"/>
            <a:ext cx="7315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04" y="2832203"/>
            <a:ext cx="73914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392" y="3509158"/>
            <a:ext cx="736282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153" y="4592225"/>
            <a:ext cx="3105150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404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841" y="689635"/>
            <a:ext cx="77343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207" y="1494745"/>
            <a:ext cx="2667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748" y="3159101"/>
            <a:ext cx="2066306" cy="292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944" y="1879765"/>
            <a:ext cx="45815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207" y="2445822"/>
            <a:ext cx="48196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219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34" y="122942"/>
            <a:ext cx="8448675" cy="4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35" y="5168405"/>
            <a:ext cx="3810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69" y="5473205"/>
            <a:ext cx="25717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35" y="5762748"/>
            <a:ext cx="31718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838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842" y="190871"/>
            <a:ext cx="77343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208" y="995981"/>
            <a:ext cx="2667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4792" y="3136900"/>
            <a:ext cx="2124075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8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82" y="1633022"/>
            <a:ext cx="46196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9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282" y="2246580"/>
            <a:ext cx="483870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645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25" y="113706"/>
            <a:ext cx="8448675" cy="4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56" y="5047919"/>
            <a:ext cx="42767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56" y="5428239"/>
            <a:ext cx="27622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532" y="5793714"/>
            <a:ext cx="22098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7551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0"/>
            <a:ext cx="81534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1015711"/>
            <a:ext cx="77343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5575" y="1962150"/>
            <a:ext cx="424815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3697927"/>
            <a:ext cx="73533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725" y="4193227"/>
            <a:ext cx="64865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062" y="4821877"/>
            <a:ext cx="64198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25" y="5084557"/>
            <a:ext cx="40005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225" y="5589382"/>
            <a:ext cx="45339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413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64" y="1510332"/>
            <a:ext cx="5558729" cy="1675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4" y="304862"/>
            <a:ext cx="79057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253" y="1131929"/>
            <a:ext cx="54292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359" y="3319463"/>
            <a:ext cx="58388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703" y="3665208"/>
            <a:ext cx="52578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077" y="4696011"/>
            <a:ext cx="663892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359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399496"/>
            <a:ext cx="8448675" cy="4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951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792" y="2206522"/>
            <a:ext cx="5157798" cy="1643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95" y="283771"/>
            <a:ext cx="76581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127" y="911122"/>
            <a:ext cx="540067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127" y="1149247"/>
            <a:ext cx="65341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127" y="1434997"/>
            <a:ext cx="66389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652" y="1949347"/>
            <a:ext cx="53911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240" y="3870496"/>
            <a:ext cx="54197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127" y="4137196"/>
            <a:ext cx="64103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652" y="4509346"/>
            <a:ext cx="25146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464" y="4509346"/>
            <a:ext cx="41719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002" y="4976071"/>
            <a:ext cx="47625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327" y="5318352"/>
            <a:ext cx="31908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577" y="5605834"/>
            <a:ext cx="50673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6" name="Picture 1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427" y="6158284"/>
            <a:ext cx="64198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314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70" y="342900"/>
            <a:ext cx="77914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967" y="1109849"/>
            <a:ext cx="68008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907" y="1448295"/>
            <a:ext cx="5095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557" y="2238128"/>
            <a:ext cx="408622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557" y="3097110"/>
            <a:ext cx="40862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804" y="3808702"/>
            <a:ext cx="48101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340" y="4370013"/>
            <a:ext cx="5837960" cy="1658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609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05" y="516455"/>
            <a:ext cx="8448675" cy="4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755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62" y="262370"/>
            <a:ext cx="80105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1237" y="776720"/>
            <a:ext cx="66484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239" y="1580841"/>
            <a:ext cx="66675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187" y="1865972"/>
            <a:ext cx="66675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662" y="4410815"/>
            <a:ext cx="66770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612" y="5276662"/>
            <a:ext cx="392430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662" y="5806968"/>
            <a:ext cx="6429375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636" y="2752107"/>
            <a:ext cx="4186052" cy="1491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125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808" y="122279"/>
            <a:ext cx="793432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777401"/>
            <a:ext cx="741045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919" y="2198358"/>
            <a:ext cx="5791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919" y="1619993"/>
            <a:ext cx="6543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075" y="2633663"/>
            <a:ext cx="4133850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299" y="4268870"/>
            <a:ext cx="39433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544" y="4821011"/>
            <a:ext cx="64960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544" y="5135336"/>
            <a:ext cx="6524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544" y="5591794"/>
            <a:ext cx="661987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9541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40" y="399497"/>
            <a:ext cx="8448675" cy="4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457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32" y="305481"/>
            <a:ext cx="700087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070" y="516887"/>
            <a:ext cx="65341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070" y="993137"/>
            <a:ext cx="46482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196" y="1430915"/>
            <a:ext cx="73437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396" y="1935740"/>
            <a:ext cx="65055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804" y="2431040"/>
            <a:ext cx="4162425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396" y="4245120"/>
            <a:ext cx="65532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671" y="5057651"/>
            <a:ext cx="66389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070" y="5609359"/>
            <a:ext cx="42195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396" y="6003224"/>
            <a:ext cx="43338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271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201" y="1265959"/>
            <a:ext cx="4114247" cy="2455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59" y="345807"/>
            <a:ext cx="536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700" y="770659"/>
            <a:ext cx="766762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570" y="3798124"/>
            <a:ext cx="67627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570" y="4675538"/>
            <a:ext cx="34671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601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13257</TotalTime>
  <Words>14</Words>
  <Application>Microsoft Office PowerPoint</Application>
  <PresentationFormat>On-screen Show (4:3)</PresentationFormat>
  <Paragraphs>3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</vt:lpstr>
      <vt:lpstr>Calibri</vt:lpstr>
      <vt:lpstr>Calibri Light</vt:lpstr>
      <vt:lpstr>Office Theme</vt:lpstr>
      <vt:lpstr>Probability &amp; Random Processes EE2011 Department of Electrical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LENOVO</cp:lastModifiedBy>
  <cp:revision>1095</cp:revision>
  <cp:lastPrinted>2017-08-04T10:23:33Z</cp:lastPrinted>
  <dcterms:created xsi:type="dcterms:W3CDTF">2017-07-19T17:50:20Z</dcterms:created>
  <dcterms:modified xsi:type="dcterms:W3CDTF">2024-05-05T17:24:05Z</dcterms:modified>
</cp:coreProperties>
</file>