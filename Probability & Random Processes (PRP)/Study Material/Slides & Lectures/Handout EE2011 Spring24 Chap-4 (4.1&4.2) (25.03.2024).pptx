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725" r:id="rId1"/>
  </p:sldMasterIdLst>
  <p:notesMasterIdLst>
    <p:notesMasterId r:id="rId29"/>
  </p:notesMasterIdLst>
  <p:handoutMasterIdLst>
    <p:handoutMasterId r:id="rId30"/>
  </p:handoutMasterIdLst>
  <p:sldIdLst>
    <p:sldId id="1339" r:id="rId2"/>
    <p:sldId id="1272" r:id="rId3"/>
    <p:sldId id="1273" r:id="rId4"/>
    <p:sldId id="1274" r:id="rId5"/>
    <p:sldId id="1275" r:id="rId6"/>
    <p:sldId id="1276" r:id="rId7"/>
    <p:sldId id="1277" r:id="rId8"/>
    <p:sldId id="1278" r:id="rId9"/>
    <p:sldId id="1279" r:id="rId10"/>
    <p:sldId id="1280" r:id="rId11"/>
    <p:sldId id="1281" r:id="rId12"/>
    <p:sldId id="1282" r:id="rId13"/>
    <p:sldId id="1283" r:id="rId14"/>
    <p:sldId id="1284" r:id="rId15"/>
    <p:sldId id="1285" r:id="rId16"/>
    <p:sldId id="1286" r:id="rId17"/>
    <p:sldId id="1287" r:id="rId18"/>
    <p:sldId id="1288" r:id="rId19"/>
    <p:sldId id="1289" r:id="rId20"/>
    <p:sldId id="1290" r:id="rId21"/>
    <p:sldId id="1291" r:id="rId22"/>
    <p:sldId id="1293" r:id="rId23"/>
    <p:sldId id="1294" r:id="rId24"/>
    <p:sldId id="1295" r:id="rId25"/>
    <p:sldId id="1296" r:id="rId26"/>
    <p:sldId id="1297" r:id="rId27"/>
    <p:sldId id="1298" r:id="rId28"/>
  </p:sldIdLst>
  <p:sldSz cx="9144000" cy="6858000" type="screen4x3"/>
  <p:notesSz cx="7045325" cy="9345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43">
          <p15:clr>
            <a:srgbClr val="A4A3A4"/>
          </p15:clr>
        </p15:guide>
        <p15:guide id="2" pos="221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shaba nasir" initials="nn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66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66" autoAdjust="0"/>
    <p:restoredTop sz="96797" autoAdjust="0"/>
  </p:normalViewPr>
  <p:slideViewPr>
    <p:cSldViewPr snapToGrid="0">
      <p:cViewPr varScale="1">
        <p:scale>
          <a:sx n="69" d="100"/>
          <a:sy n="69" d="100"/>
        </p:scale>
        <p:origin x="1244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-2814" y="-78"/>
      </p:cViewPr>
      <p:guideLst>
        <p:guide orient="horz" pos="2943"/>
        <p:guide pos="22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ED06D3F7-E64F-4941-AF06-04228978943D}" type="datetimeFigureOut">
              <a:rPr lang="en-US" smtClean="0"/>
              <a:t>3/25/2024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070AF922-4C38-4416-AF39-18897D6FCE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933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5885DDC7-8421-4D3B-ACD4-D85A42860E3B}" type="datetimeFigureOut">
              <a:rPr lang="en-US" smtClean="0"/>
              <a:t>3/25/2024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9225" y="1168400"/>
            <a:ext cx="4206875" cy="31543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62" tIns="46831" rIns="93662" bIns="468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4533" y="4497576"/>
            <a:ext cx="5636260" cy="3679835"/>
          </a:xfrm>
          <a:prstGeom prst="rect">
            <a:avLst/>
          </a:prstGeom>
        </p:spPr>
        <p:txBody>
          <a:bodyPr vert="horz" lIns="93662" tIns="46831" rIns="93662" bIns="46831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BE7AE58E-F44A-4705-A5B2-1F963FD2ED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7131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0813" y="1168400"/>
            <a:ext cx="4203700" cy="31543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41970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1308-0335-40F3-9181-5C4AF11B8453}" type="datetime1">
              <a:rPr lang="en-US" smtClean="0"/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49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FA65-7737-4E0E-80C9-7D905905C72D}" type="datetime1">
              <a:rPr lang="en-US" smtClean="0"/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876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C63C-2144-4F3B-96A3-23A251ECB495}" type="datetime1">
              <a:rPr lang="en-US" smtClean="0"/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26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E8C7-7A37-4916-A0FA-05F323783E61}" type="datetime1">
              <a:rPr lang="en-US" smtClean="0"/>
              <a:t>3/25/2024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58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7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4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556-0196-465F-A430-9BBA0763A30C}" type="datetime1">
              <a:rPr lang="en-US" smtClean="0"/>
              <a:t>3/25/2024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72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729F-5041-4C51-8843-DC4574EF4C03}" type="datetime1">
              <a:rPr lang="en-US" smtClean="0"/>
              <a:t>3/25/2024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4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1C0C-940E-4ADF-87FC-DB0AE8E957F0}" type="datetime1">
              <a:rPr lang="en-US" smtClean="0"/>
              <a:t>3/25/2024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3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288C-9E5C-43F2-9E91-CC079D8A48CB}" type="datetime1">
              <a:rPr lang="en-US" smtClean="0"/>
              <a:t>3/25/2024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9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0B30-C62A-4ECE-908A-9B88DEDBF964}" type="datetime1">
              <a:rPr lang="en-US" smtClean="0"/>
              <a:t>3/25/2024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98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0176-0F5C-4C7D-AAA0-D4AADBDA2E92}" type="datetime1">
              <a:rPr lang="en-US" smtClean="0"/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71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6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BF63-ABB0-428B-84A7-F490305E4A3B}" type="datetime1">
              <a:rPr lang="en-US" smtClean="0"/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3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D4739-8AC8-4825-AB0A-1F5EC5AD6895}" type="datetime1">
              <a:rPr lang="en-US" smtClean="0"/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0" y="6305555"/>
            <a:ext cx="9144000" cy="3651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    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NATIONAL UNIVERISTY OF COMPUTER &amp; EMERGING SCIENCES, LAHORE  – EE DEPARTMENT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703" y="5445127"/>
            <a:ext cx="1354732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3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123.png"/><Relationship Id="rId7" Type="http://schemas.openxmlformats.org/officeDocument/2006/relationships/image" Target="../media/image127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6852" y="1"/>
            <a:ext cx="5310981" cy="2387600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Probability &amp; Random Processes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EE2011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Department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of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Electrical Engineering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2538" y="3673476"/>
            <a:ext cx="6850063" cy="1655762"/>
          </a:xfrm>
        </p:spPr>
        <p:txBody>
          <a:bodyPr/>
          <a:lstStyle/>
          <a:p>
            <a:endParaRPr lang="en-US" cap="none" spc="3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cap="none" spc="3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NATIONAL UNIVERSITY OF COMPUTER &amp; EMERGING SCIENCES, LAHORE CAMPUS</a:t>
            </a:r>
            <a:endParaRPr lang="en-US" cap="none" spc="3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282700" y="3749675"/>
            <a:ext cx="736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934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628465"/>
            <a:ext cx="38671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1111369"/>
            <a:ext cx="220027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7" y="1491943"/>
            <a:ext cx="7858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2" y="2433851"/>
            <a:ext cx="78867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4532763"/>
            <a:ext cx="78581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4990816"/>
            <a:ext cx="738187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362" y="3399571"/>
            <a:ext cx="6000750" cy="3143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05125" y="3842643"/>
            <a:ext cx="3124200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6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830" y="477922"/>
            <a:ext cx="7944901" cy="1335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2073963"/>
            <a:ext cx="79533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830" y="2924175"/>
            <a:ext cx="79914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3623623"/>
            <a:ext cx="798195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4799604"/>
            <a:ext cx="8067675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8081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753" y="849289"/>
            <a:ext cx="787717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753" y="1558261"/>
            <a:ext cx="78105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528" y="2686050"/>
            <a:ext cx="777240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7455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08" y="350410"/>
            <a:ext cx="7772400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58" y="1598636"/>
            <a:ext cx="663892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007" y="3179289"/>
            <a:ext cx="7743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007" y="3721858"/>
            <a:ext cx="768667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007" y="4471845"/>
            <a:ext cx="58864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194" y="5210531"/>
            <a:ext cx="7734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58" y="2589236"/>
            <a:ext cx="48482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2452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2" y="664759"/>
            <a:ext cx="77628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463864"/>
            <a:ext cx="769620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2785280"/>
            <a:ext cx="58483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7" y="3254991"/>
            <a:ext cx="771525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4552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539" y="589599"/>
            <a:ext cx="7705538" cy="3279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77" y="4394154"/>
            <a:ext cx="78486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458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202" y="1964781"/>
            <a:ext cx="60388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202" y="2658186"/>
            <a:ext cx="525780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145" y="3895867"/>
            <a:ext cx="76581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873" y="4448317"/>
            <a:ext cx="67437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902" y="5366840"/>
            <a:ext cx="767715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202" y="253692"/>
            <a:ext cx="768667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202" y="1094024"/>
            <a:ext cx="39243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145" y="1483981"/>
            <a:ext cx="733425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7869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842" y="296270"/>
            <a:ext cx="79914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011356"/>
            <a:ext cx="80010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842875"/>
            <a:ext cx="795337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10" y="2971800"/>
            <a:ext cx="7010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10" y="3557588"/>
            <a:ext cx="681037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4170600"/>
            <a:ext cx="787717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71" y="5227591"/>
            <a:ext cx="54959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505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10" y="493026"/>
            <a:ext cx="7162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1305920"/>
            <a:ext cx="69342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68" y="213196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3526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387" y="336858"/>
            <a:ext cx="684847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387" y="1235975"/>
            <a:ext cx="445770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2421554"/>
            <a:ext cx="369570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3076789"/>
            <a:ext cx="5667375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465" y="4549469"/>
            <a:ext cx="68580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595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476535"/>
            <a:ext cx="80962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1198871"/>
            <a:ext cx="8124825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653" y="3014951"/>
            <a:ext cx="29908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79" y="3373487"/>
            <a:ext cx="33623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178" y="4247232"/>
            <a:ext cx="35147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210" y="5298885"/>
            <a:ext cx="6772275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153" y="3759260"/>
            <a:ext cx="39433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210" y="4712458"/>
            <a:ext cx="50577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2227997"/>
            <a:ext cx="78295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3790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768" y="716792"/>
            <a:ext cx="65055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819" y="1674409"/>
            <a:ext cx="17621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2946" y="1722034"/>
            <a:ext cx="12763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6592" y="1741084"/>
            <a:ext cx="6000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819" y="2201696"/>
            <a:ext cx="38195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819" y="2777746"/>
            <a:ext cx="3771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427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839" y="571998"/>
            <a:ext cx="6296025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341" y="1676472"/>
            <a:ext cx="434340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808" y="2638497"/>
            <a:ext cx="36004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808" y="3200400"/>
            <a:ext cx="4972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3653" y="3883428"/>
            <a:ext cx="16287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70" y="4907934"/>
            <a:ext cx="831532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8156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26" y="1152092"/>
            <a:ext cx="7976791" cy="3455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917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391" y="209479"/>
            <a:ext cx="7794683" cy="1537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2526613"/>
            <a:ext cx="6010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1751960"/>
            <a:ext cx="68675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2981893"/>
            <a:ext cx="4505325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212" y="4270327"/>
            <a:ext cx="40767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7488" y="4988541"/>
            <a:ext cx="49149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393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250" y="1950400"/>
            <a:ext cx="4572189" cy="372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8311" y="2818313"/>
            <a:ext cx="4307478" cy="1600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8711" y="4541407"/>
            <a:ext cx="4367639" cy="854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72" y="424267"/>
            <a:ext cx="6904278" cy="1339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7735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894" y="335934"/>
            <a:ext cx="774382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894" y="1184796"/>
            <a:ext cx="7839075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44" y="4767333"/>
            <a:ext cx="782002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1001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35" y="335601"/>
            <a:ext cx="8239125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936" y="3141900"/>
            <a:ext cx="527685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466" y="4180125"/>
            <a:ext cx="33909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7916" y="5075830"/>
            <a:ext cx="40576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7916" y="5685429"/>
            <a:ext cx="52101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753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09" y="260942"/>
            <a:ext cx="6429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08" y="1662894"/>
            <a:ext cx="6791325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651" y="2772201"/>
            <a:ext cx="35718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988" y="3704870"/>
            <a:ext cx="5334000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8387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08" y="373750"/>
            <a:ext cx="50006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864643"/>
            <a:ext cx="69342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08" y="2034014"/>
            <a:ext cx="43719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600325"/>
            <a:ext cx="79248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658310"/>
            <a:ext cx="7219950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08" y="5204418"/>
            <a:ext cx="64198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169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30" y="895420"/>
            <a:ext cx="70770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1478434"/>
            <a:ext cx="779145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2282657"/>
            <a:ext cx="7867650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3420042"/>
            <a:ext cx="6172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770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3938" y="287740"/>
            <a:ext cx="5819811" cy="2905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78" y="440140"/>
            <a:ext cx="1409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357" y="3589360"/>
            <a:ext cx="6286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357" y="4000571"/>
            <a:ext cx="31813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357" y="4437300"/>
            <a:ext cx="36290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921" y="4838556"/>
            <a:ext cx="52959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4332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595" y="782970"/>
            <a:ext cx="7677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2477779"/>
            <a:ext cx="40767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3011891"/>
            <a:ext cx="6343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1584918"/>
            <a:ext cx="69342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2015603"/>
            <a:ext cx="54959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513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290" y="625002"/>
            <a:ext cx="8351075" cy="310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90" y="3912217"/>
            <a:ext cx="776287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39" y="4684452"/>
            <a:ext cx="7800975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4017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2009" y="1286134"/>
            <a:ext cx="2339437" cy="229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82" y="5741596"/>
            <a:ext cx="78105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4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2009" y="3822225"/>
            <a:ext cx="2273199" cy="1868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49" y="2303247"/>
            <a:ext cx="24003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48" y="4018696"/>
            <a:ext cx="4086225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432" y="180051"/>
            <a:ext cx="786765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48" y="1546462"/>
            <a:ext cx="30861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6290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84" y="5307664"/>
            <a:ext cx="7442611" cy="480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59" y="274022"/>
            <a:ext cx="68103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59" y="1005457"/>
            <a:ext cx="69627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59" y="2132961"/>
            <a:ext cx="6791325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59" y="3112400"/>
            <a:ext cx="3209925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84" y="4256325"/>
            <a:ext cx="422910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8596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12463</TotalTime>
  <Words>14</Words>
  <Application>Microsoft Office PowerPoint</Application>
  <PresentationFormat>On-screen Show (4:3)</PresentationFormat>
  <Paragraphs>3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Probability &amp; Random Processes EE2011 Department of Electrical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electrical engineering</dc:title>
  <dc:creator>Tooba Javed</dc:creator>
  <cp:lastModifiedBy>LENOVO</cp:lastModifiedBy>
  <cp:revision>934</cp:revision>
  <cp:lastPrinted>2017-08-04T10:23:33Z</cp:lastPrinted>
  <dcterms:created xsi:type="dcterms:W3CDTF">2017-07-19T17:50:20Z</dcterms:created>
  <dcterms:modified xsi:type="dcterms:W3CDTF">2024-03-25T05:38:14Z</dcterms:modified>
</cp:coreProperties>
</file>