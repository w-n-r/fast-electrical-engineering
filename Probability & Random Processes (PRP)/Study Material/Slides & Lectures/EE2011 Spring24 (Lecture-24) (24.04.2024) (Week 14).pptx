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7"/>
  </p:notesMasterIdLst>
  <p:handoutMasterIdLst>
    <p:handoutMasterId r:id="rId28"/>
  </p:handoutMasterIdLst>
  <p:sldIdLst>
    <p:sldId id="256" r:id="rId2"/>
    <p:sldId id="377" r:id="rId3"/>
    <p:sldId id="363" r:id="rId4"/>
    <p:sldId id="401" r:id="rId5"/>
    <p:sldId id="405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86" r:id="rId17"/>
    <p:sldId id="440" r:id="rId18"/>
    <p:sldId id="488" r:id="rId19"/>
    <p:sldId id="442" r:id="rId20"/>
    <p:sldId id="443" r:id="rId21"/>
    <p:sldId id="444" r:id="rId22"/>
    <p:sldId id="445" r:id="rId23"/>
    <p:sldId id="446" r:id="rId24"/>
    <p:sldId id="447" r:id="rId25"/>
    <p:sldId id="473" r:id="rId26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86477" autoAdjust="0"/>
  </p:normalViewPr>
  <p:slideViewPr>
    <p:cSldViewPr snapToGrid="0">
      <p:cViewPr varScale="1">
        <p:scale>
          <a:sx n="59" d="100"/>
          <a:sy n="59" d="100"/>
        </p:scale>
        <p:origin x="166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4/24/2024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70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095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7" y="571104"/>
            <a:ext cx="81438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38" y="3568118"/>
            <a:ext cx="8277591" cy="109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23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32" y="339692"/>
            <a:ext cx="862965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917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73" y="387241"/>
            <a:ext cx="78390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3" y="2975699"/>
            <a:ext cx="76866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111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551739"/>
            <a:ext cx="8420100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790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223695"/>
            <a:ext cx="6490790" cy="30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730304"/>
            <a:ext cx="78390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624833"/>
            <a:ext cx="78486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2603938"/>
            <a:ext cx="7096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3048001"/>
            <a:ext cx="78200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3667290"/>
            <a:ext cx="78676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4233863"/>
            <a:ext cx="7877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5072063"/>
            <a:ext cx="78867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50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2" y="530937"/>
            <a:ext cx="80295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37" y="1342039"/>
            <a:ext cx="80581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2" y="4052019"/>
            <a:ext cx="53435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2" y="4788776"/>
            <a:ext cx="67818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2" y="5333320"/>
            <a:ext cx="57340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73" y="2445297"/>
            <a:ext cx="498157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707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41411"/>
            <a:ext cx="7048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36" y="818493"/>
            <a:ext cx="84391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30" y="1845879"/>
            <a:ext cx="84772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30" y="2833195"/>
            <a:ext cx="84486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17" y="3772393"/>
            <a:ext cx="84486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4755768"/>
            <a:ext cx="74199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45" y="5666554"/>
            <a:ext cx="71247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392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65" y="3775016"/>
            <a:ext cx="8649269" cy="177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92" y="245187"/>
            <a:ext cx="850582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1524329"/>
            <a:ext cx="85058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2792467"/>
            <a:ext cx="66198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06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46" y="336002"/>
            <a:ext cx="82010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322990"/>
            <a:ext cx="82010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2376488"/>
            <a:ext cx="6181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871623"/>
            <a:ext cx="8191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46" y="3604556"/>
            <a:ext cx="58388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8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495136"/>
            <a:ext cx="82391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1" y="1672394"/>
            <a:ext cx="8595276" cy="153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1" y="3384174"/>
            <a:ext cx="83629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1" y="4207430"/>
            <a:ext cx="84391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84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77" y="605823"/>
            <a:ext cx="85915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02" y="1299670"/>
            <a:ext cx="713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26" y="2456958"/>
            <a:ext cx="6781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02" y="2934357"/>
            <a:ext cx="52673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434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571828"/>
            <a:ext cx="8705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227082"/>
            <a:ext cx="71913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636"/>
            <a:ext cx="72199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2467303"/>
            <a:ext cx="72104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37" y="3557423"/>
            <a:ext cx="66008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479" y="4026940"/>
            <a:ext cx="58102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62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3" y="772760"/>
            <a:ext cx="7345836" cy="30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3" y="1330732"/>
            <a:ext cx="78105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3" y="2522013"/>
            <a:ext cx="7058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14" y="2858344"/>
            <a:ext cx="7848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1" y="3575679"/>
            <a:ext cx="78295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02" y="4128129"/>
            <a:ext cx="77819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78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81650"/>
            <a:ext cx="6563151" cy="317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5314097"/>
            <a:ext cx="82486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782201"/>
            <a:ext cx="82105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850478"/>
            <a:ext cx="8172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421978"/>
            <a:ext cx="82010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849085"/>
            <a:ext cx="8267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4393653"/>
            <a:ext cx="82010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292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59" y="189514"/>
            <a:ext cx="44100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59" y="664122"/>
            <a:ext cx="76866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84" y="1637643"/>
            <a:ext cx="77533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2846097"/>
            <a:ext cx="76866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59" y="3535910"/>
            <a:ext cx="79533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4364585"/>
            <a:ext cx="78771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44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340654"/>
            <a:ext cx="65722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1019728"/>
            <a:ext cx="74485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3849250"/>
            <a:ext cx="45243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5034620"/>
            <a:ext cx="44386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5501016"/>
            <a:ext cx="61436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256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95" y="3147971"/>
            <a:ext cx="7221619" cy="291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236976"/>
            <a:ext cx="85820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6" y="1227904"/>
            <a:ext cx="800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50" y="2181389"/>
            <a:ext cx="14192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175" y="2184838"/>
            <a:ext cx="54483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85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64" y="2693704"/>
            <a:ext cx="7811654" cy="26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8" y="405633"/>
            <a:ext cx="86201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78" y="1349922"/>
            <a:ext cx="80295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156" y="1865094"/>
            <a:ext cx="25812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0" y="1734864"/>
            <a:ext cx="15716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828" y="1936039"/>
            <a:ext cx="26765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52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510080"/>
            <a:ext cx="82962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1435812"/>
            <a:ext cx="85248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51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6" y="203802"/>
            <a:ext cx="5038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6" y="759700"/>
            <a:ext cx="70294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6" y="1535167"/>
            <a:ext cx="7029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76" y="2270892"/>
            <a:ext cx="55530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26" y="2553415"/>
            <a:ext cx="70104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51" y="3277422"/>
            <a:ext cx="56769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338" y="3277422"/>
            <a:ext cx="22002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036" y="3279885"/>
            <a:ext cx="21621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795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76" y="956732"/>
            <a:ext cx="7422392" cy="27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76" y="1559249"/>
            <a:ext cx="807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83" y="2216146"/>
            <a:ext cx="80486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32" y="3127919"/>
            <a:ext cx="80867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643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29" y="2516947"/>
            <a:ext cx="82010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04" y="1145105"/>
            <a:ext cx="81819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247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738"/>
            <a:ext cx="89249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47" y="1618429"/>
            <a:ext cx="72866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584" y="2180404"/>
            <a:ext cx="72199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09" y="3017783"/>
            <a:ext cx="83915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47" y="3514725"/>
            <a:ext cx="33432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4337160"/>
            <a:ext cx="72961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231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1" y="444882"/>
            <a:ext cx="87153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111" y="1276349"/>
            <a:ext cx="71913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111" y="1913210"/>
            <a:ext cx="72104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35" y="2669134"/>
            <a:ext cx="76295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406" y="3175273"/>
            <a:ext cx="72009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79" y="4122846"/>
            <a:ext cx="2085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406" y="4565758"/>
            <a:ext cx="490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011" y="5013927"/>
            <a:ext cx="60864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49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12671</TotalTime>
  <Words>14</Words>
  <Application>Microsoft Office PowerPoint</Application>
  <PresentationFormat>On-screen Show (4:3)</PresentationFormat>
  <Paragraphs>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1035</cp:revision>
  <cp:lastPrinted>2017-08-04T10:23:33Z</cp:lastPrinted>
  <dcterms:created xsi:type="dcterms:W3CDTF">2017-07-19T17:50:20Z</dcterms:created>
  <dcterms:modified xsi:type="dcterms:W3CDTF">2024-04-24T02:53:06Z</dcterms:modified>
</cp:coreProperties>
</file>