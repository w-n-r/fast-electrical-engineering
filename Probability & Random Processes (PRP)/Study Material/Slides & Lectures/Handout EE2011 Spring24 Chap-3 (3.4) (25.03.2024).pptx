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37"/>
  </p:notesMasterIdLst>
  <p:handoutMasterIdLst>
    <p:handoutMasterId r:id="rId38"/>
  </p:handout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6" autoAdjust="0"/>
    <p:restoredTop sz="96797" autoAdjust="0"/>
  </p:normalViewPr>
  <p:slideViewPr>
    <p:cSldViewPr snapToGrid="0">
      <p:cViewPr varScale="1">
        <p:scale>
          <a:sx n="65" d="100"/>
          <a:sy n="65" d="100"/>
        </p:scale>
        <p:origin x="136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3/25/2024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3/25/2024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10" Type="http://schemas.openxmlformats.org/officeDocument/2006/relationships/image" Target="../media/image66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310981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81" y="126242"/>
            <a:ext cx="72009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81" y="1999397"/>
            <a:ext cx="72580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81" y="2571750"/>
            <a:ext cx="53340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81" y="3836656"/>
            <a:ext cx="463867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81" y="4845738"/>
            <a:ext cx="7019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731" y="5595724"/>
            <a:ext cx="50196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01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191780"/>
            <a:ext cx="760095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1276928"/>
            <a:ext cx="736282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083" y="2734467"/>
            <a:ext cx="19240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083" y="3210717"/>
            <a:ext cx="27813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083" y="3704880"/>
            <a:ext cx="57435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20" y="4374652"/>
            <a:ext cx="4695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20" y="4763078"/>
            <a:ext cx="7124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83" y="5180079"/>
            <a:ext cx="56483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83" y="5592794"/>
            <a:ext cx="40386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092" y="5887242"/>
            <a:ext cx="38766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050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02" y="788052"/>
            <a:ext cx="8033655" cy="258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582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52" y="3846183"/>
            <a:ext cx="36099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52" y="292077"/>
            <a:ext cx="74580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52" y="1375439"/>
            <a:ext cx="41624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52" y="1830578"/>
            <a:ext cx="3486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28" y="2328863"/>
            <a:ext cx="43053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286" y="3267075"/>
            <a:ext cx="54959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602" y="4165270"/>
            <a:ext cx="38957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357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32" y="1114425"/>
            <a:ext cx="73723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808" y="1854530"/>
            <a:ext cx="70675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08" y="2534763"/>
            <a:ext cx="6991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08" y="3261880"/>
            <a:ext cx="28098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808" y="3781993"/>
            <a:ext cx="7762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095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395" y="457201"/>
            <a:ext cx="5829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62" y="3791803"/>
            <a:ext cx="75628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498" y="4565176"/>
            <a:ext cx="25431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508" y="5571415"/>
            <a:ext cx="45910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12" y="3356507"/>
            <a:ext cx="37496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0249" y="937955"/>
            <a:ext cx="366712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1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0" y="499423"/>
            <a:ext cx="5305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86" y="1155795"/>
            <a:ext cx="17049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1155795"/>
            <a:ext cx="16383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810" y="1170082"/>
            <a:ext cx="24955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235" y="1769589"/>
            <a:ext cx="519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764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10" y="172748"/>
            <a:ext cx="7743825" cy="6381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10" y="810923"/>
            <a:ext cx="7667625" cy="5524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910" y="1558914"/>
            <a:ext cx="6819900" cy="1114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47" y="2715738"/>
            <a:ext cx="3800475" cy="323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247" y="3081987"/>
            <a:ext cx="5629275" cy="16097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5884" y="4691712"/>
            <a:ext cx="5191125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4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75" y="208684"/>
            <a:ext cx="6391275" cy="400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20" y="608734"/>
            <a:ext cx="5495925" cy="12477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677" y="1856509"/>
            <a:ext cx="3238500" cy="7429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2677" y="2741901"/>
            <a:ext cx="60102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28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" y="523256"/>
            <a:ext cx="77819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1544782"/>
            <a:ext cx="7762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" y="2376117"/>
            <a:ext cx="77152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3190875"/>
            <a:ext cx="77819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3991046"/>
            <a:ext cx="49149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854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836344"/>
            <a:ext cx="748665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2" y="4109379"/>
            <a:ext cx="74199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914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57" y="285750"/>
            <a:ext cx="719137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57" y="1085850"/>
            <a:ext cx="6572250" cy="1219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6907" y="2305050"/>
            <a:ext cx="5162550" cy="5238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57" y="2828925"/>
            <a:ext cx="6362700" cy="790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991" y="4528127"/>
            <a:ext cx="7705725" cy="647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6835" y="3719512"/>
            <a:ext cx="2124075" cy="723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3306" y="5400530"/>
            <a:ext cx="204787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0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150" y="581891"/>
            <a:ext cx="4698547" cy="2424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8" y="3679433"/>
            <a:ext cx="38385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151" y="3463574"/>
            <a:ext cx="2990850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096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739" y="761258"/>
            <a:ext cx="6044856" cy="545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39" y="1625455"/>
            <a:ext cx="7096125" cy="1685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024" y="3630549"/>
            <a:ext cx="766762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45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" y="679985"/>
            <a:ext cx="755332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" y="1625558"/>
            <a:ext cx="62865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796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49" y="482079"/>
            <a:ext cx="75723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92" y="1563664"/>
            <a:ext cx="6619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096" y="2082847"/>
            <a:ext cx="40386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92" y="2856505"/>
            <a:ext cx="78771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099" y="3468238"/>
            <a:ext cx="66960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49" y="4412990"/>
            <a:ext cx="47720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009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93" y="888526"/>
            <a:ext cx="77438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695734"/>
            <a:ext cx="78676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2774192"/>
            <a:ext cx="775335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3995951"/>
            <a:ext cx="78295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503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21" y="946625"/>
            <a:ext cx="7878826" cy="2912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155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58" y="613652"/>
            <a:ext cx="78962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53" y="1375438"/>
            <a:ext cx="12287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078" y="1822261"/>
            <a:ext cx="37623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53" y="2678943"/>
            <a:ext cx="6562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53" y="3248025"/>
            <a:ext cx="43338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190" y="4005263"/>
            <a:ext cx="38290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649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195" y="4574095"/>
            <a:ext cx="3963038" cy="204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02" y="422868"/>
            <a:ext cx="763905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02" y="1447445"/>
            <a:ext cx="3524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27" y="2190680"/>
            <a:ext cx="554355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27" y="3630092"/>
            <a:ext cx="563880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083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797" y="154909"/>
            <a:ext cx="3659196" cy="1888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19718"/>
            <a:ext cx="381000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752476"/>
            <a:ext cx="3829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571750"/>
            <a:ext cx="34671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350525"/>
            <a:ext cx="54483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4274450"/>
            <a:ext cx="52387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36" y="5263416"/>
            <a:ext cx="76200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87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75147"/>
            <a:ext cx="7848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99" y="1918294"/>
            <a:ext cx="75342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" y="2270719"/>
            <a:ext cx="77438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" y="3107852"/>
            <a:ext cx="5372100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337" y="5342246"/>
            <a:ext cx="67056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063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39" y="2140156"/>
            <a:ext cx="721995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78" y="969942"/>
            <a:ext cx="6800489" cy="1170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962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89" y="213886"/>
            <a:ext cx="621030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89" y="1747980"/>
            <a:ext cx="557212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89" y="2211435"/>
            <a:ext cx="581025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64" y="4383420"/>
            <a:ext cx="554355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181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66" y="500276"/>
            <a:ext cx="5715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66" y="1914525"/>
            <a:ext cx="709612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050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56" y="314609"/>
            <a:ext cx="745807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39" y="1248059"/>
            <a:ext cx="451485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30" y="2675103"/>
            <a:ext cx="56388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754" y="3301550"/>
            <a:ext cx="480060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754" y="4502553"/>
            <a:ext cx="464820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754" y="5717630"/>
            <a:ext cx="56578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7930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445401"/>
            <a:ext cx="80391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1535089"/>
            <a:ext cx="69913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2120663"/>
            <a:ext cx="7000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3236013"/>
            <a:ext cx="7437296" cy="2397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717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240684"/>
            <a:ext cx="780097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2997320"/>
            <a:ext cx="78105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966" y="1021734"/>
            <a:ext cx="45624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685" y="2059674"/>
            <a:ext cx="2819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507" y="3852863"/>
            <a:ext cx="35528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710" y="4897698"/>
            <a:ext cx="318135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143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2608431"/>
            <a:ext cx="778192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586430"/>
            <a:ext cx="7762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520519"/>
            <a:ext cx="77724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375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8" y="391804"/>
            <a:ext cx="68961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8" y="1047892"/>
            <a:ext cx="34956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4537"/>
            <a:ext cx="40386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827" y="2648733"/>
            <a:ext cx="11430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962" y="3347398"/>
            <a:ext cx="3552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962" y="4201733"/>
            <a:ext cx="32861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811" y="5012850"/>
            <a:ext cx="41243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5689125"/>
            <a:ext cx="6896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816" y="1153962"/>
            <a:ext cx="3427184" cy="1768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028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45" y="2953987"/>
            <a:ext cx="626745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45" y="4250686"/>
            <a:ext cx="779145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45" y="247082"/>
            <a:ext cx="73056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70" y="868837"/>
            <a:ext cx="72199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70" y="1588899"/>
            <a:ext cx="522922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822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97" y="387397"/>
            <a:ext cx="50863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97" y="807849"/>
            <a:ext cx="78295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824" y="2050576"/>
            <a:ext cx="46101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97" y="3219024"/>
            <a:ext cx="77628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47" y="4035117"/>
            <a:ext cx="77914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266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12" y="512370"/>
            <a:ext cx="7754614" cy="2503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320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70" y="0"/>
            <a:ext cx="807720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73" y="2083487"/>
            <a:ext cx="80391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66" y="2786063"/>
            <a:ext cx="3657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31" y="3214688"/>
            <a:ext cx="819150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00" y="4719638"/>
            <a:ext cx="58959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73" y="5166246"/>
            <a:ext cx="76485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781" y="6007858"/>
            <a:ext cx="44767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7356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10663</TotalTime>
  <Words>14</Words>
  <Application>Microsoft Office PowerPoint</Application>
  <PresentationFormat>On-screen Show (4:3)</PresentationFormat>
  <Paragraphs>3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Probability &amp; Random Processes EE2011 Department of Electrical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LENOVO</cp:lastModifiedBy>
  <cp:revision>896</cp:revision>
  <cp:lastPrinted>2017-08-04T10:23:33Z</cp:lastPrinted>
  <dcterms:created xsi:type="dcterms:W3CDTF">2017-07-19T17:50:20Z</dcterms:created>
  <dcterms:modified xsi:type="dcterms:W3CDTF">2024-03-25T05:22:23Z</dcterms:modified>
</cp:coreProperties>
</file>