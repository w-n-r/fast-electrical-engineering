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9" r:id="rId3"/>
    <p:sldId id="272" r:id="rId4"/>
    <p:sldId id="275" r:id="rId5"/>
    <p:sldId id="278" r:id="rId6"/>
    <p:sldId id="282" r:id="rId7"/>
    <p:sldId id="283" r:id="rId8"/>
    <p:sldId id="28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5" autoAdjust="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D5372-658B-46B3-AD77-1190378C91D1}" type="datetimeFigureOut">
              <a:rPr lang="en-US" smtClean="0"/>
              <a:pPr/>
              <a:t>9/27/2018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EEADB-72FD-4B75-9D3E-2EFCA2A147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75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2E31-ABB4-433D-83B7-B3206775FE61}" type="datetime1">
              <a:rPr lang="en-US" smtClean="0"/>
              <a:t>9/27/2018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8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C3BA-551C-4C6D-9EFF-8DE6401AFE95}" type="datetime1">
              <a:rPr lang="en-US" smtClean="0"/>
              <a:t>9/27/2018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5F413-AEF9-48ED-8DB5-F52A2B8675D9}" type="datetime1">
              <a:rPr lang="en-US" smtClean="0"/>
              <a:t>9/27/2018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2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3003-BFBF-441E-A2AA-0E1696AEB29B}" type="datetime1">
              <a:rPr lang="en-US" smtClean="0"/>
              <a:t>9/27/2018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2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D54A-71BD-4AAC-ACF2-AC3E7CA7D71A}" type="datetime1">
              <a:rPr lang="en-US" smtClean="0"/>
              <a:t>9/27/2018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2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5D62-35DF-40FE-A90E-D15A412381A0}" type="datetime1">
              <a:rPr lang="en-US" smtClean="0"/>
              <a:t>9/27/2018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6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5A2E-B59B-4844-AE72-5C0947A586F2}" type="datetime1">
              <a:rPr lang="en-US" smtClean="0"/>
              <a:t>9/27/2018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1138-3446-4320-9EA9-2D717A9BA4B3}" type="datetime1">
              <a:rPr lang="en-US" smtClean="0"/>
              <a:t>9/27/2018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0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0AA7-6E59-4907-82DC-93CFC2030651}" type="datetime1">
              <a:rPr lang="en-US" smtClean="0"/>
              <a:t>9/27/2018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614-28DD-4BD9-8904-93D834392D0D}" type="datetime1">
              <a:rPr lang="en-US" smtClean="0"/>
              <a:t>9/27/2018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80DB9-5EBD-45C5-88AE-EA784B709059}" type="datetime1">
              <a:rPr lang="en-US" smtClean="0"/>
              <a:t>9/27/2018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8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B28C4-FE4C-4304-82ED-884275B19E0F}" type="datetime1">
              <a:rPr lang="en-US" smtClean="0"/>
              <a:t>9/27/2018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4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412" y="304800"/>
            <a:ext cx="5765175" cy="2301240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cap="none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Embedded Systems</a:t>
            </a:r>
            <a:br>
              <a:rPr lang="en-US" sz="3600" cap="none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r>
              <a:rPr lang="en-US" sz="2000" cap="none" dirty="0" smtClean="0">
                <a:ln w="18415" cmpd="sng">
                  <a:solidFill>
                    <a:srgbClr val="FFFFFF"/>
                  </a:solidFill>
                  <a:prstDash val="solid"/>
                </a:ln>
              </a:rPr>
              <a:t>I/O of TM4C123HG6PM (</a:t>
            </a:r>
            <a:r>
              <a:rPr lang="en-US" sz="2000" cap="none" dirty="0" err="1" smtClean="0">
                <a:ln w="18415" cmpd="sng">
                  <a:solidFill>
                    <a:srgbClr val="FFFFFF"/>
                  </a:solidFill>
                  <a:prstDash val="solid"/>
                </a:ln>
              </a:rPr>
              <a:t>contd</a:t>
            </a:r>
            <a:r>
              <a:rPr lang="en-US" sz="2000" cap="none" dirty="0" smtClean="0">
                <a:ln w="18415" cmpd="sng">
                  <a:solidFill>
                    <a:srgbClr val="FFFFFF"/>
                  </a:solidFill>
                  <a:prstDash val="solid"/>
                </a:ln>
              </a:rPr>
              <a:t>)</a:t>
            </a:r>
            <a:endParaRPr lang="en-US" sz="3600" cap="none" dirty="0">
              <a:ln w="1143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4424" y="457200"/>
            <a:ext cx="4215150" cy="6858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Fall 2018</a:t>
            </a:r>
          </a:p>
          <a:p>
            <a:pPr algn="ctr"/>
            <a:r>
              <a:rPr lang="en-US" dirty="0" smtClean="0"/>
              <a:t>NUCES – FAST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2758440"/>
            <a:ext cx="8839200" cy="340792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Memory Mapping (revisited)</a:t>
            </a:r>
            <a:endParaRPr lang="en-US" b="1" dirty="0"/>
          </a:p>
        </p:txBody>
      </p:sp>
      <p:pic>
        <p:nvPicPr>
          <p:cNvPr id="5" name="Picture 7" descr="F2-1_MemoryMa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57436"/>
            <a:ext cx="2833687" cy="49989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8" descr="F2-6_GpioMemMap.jp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6125" y="2152473"/>
            <a:ext cx="5781675" cy="362902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515350" y="5562600"/>
            <a:ext cx="628650" cy="381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51712" y="5497424"/>
            <a:ext cx="828675" cy="381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251712" y="5825963"/>
            <a:ext cx="265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Base address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11386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71024"/>
            <a:ext cx="6213329" cy="380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2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761" y="152400"/>
            <a:ext cx="7886700" cy="701674"/>
          </a:xfrm>
        </p:spPr>
        <p:txBody>
          <a:bodyPr/>
          <a:lstStyle/>
          <a:p>
            <a:r>
              <a:rPr lang="en-US" b="1" dirty="0" smtClean="0"/>
              <a:t>Exercise: Toggle Blue LED with SW1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854074"/>
            <a:ext cx="8610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</a:p>
          <a:p>
            <a:r>
              <a:rPr lang="en-US" b="1" dirty="0" smtClean="0"/>
              <a:t>#</a:t>
            </a:r>
            <a:r>
              <a:rPr lang="en-US" b="1" dirty="0"/>
              <a:t>include "</a:t>
            </a:r>
            <a:r>
              <a:rPr lang="en-US" b="1" dirty="0" err="1"/>
              <a:t>inc</a:t>
            </a:r>
            <a:r>
              <a:rPr lang="en-US" b="1" dirty="0"/>
              <a:t>/tm4c123gh6pm.h"</a:t>
            </a:r>
          </a:p>
          <a:p>
            <a:r>
              <a:rPr lang="en-US" b="1" dirty="0" smtClean="0"/>
              <a:t>#</a:t>
            </a:r>
            <a:r>
              <a:rPr lang="en-US" b="1" dirty="0"/>
              <a:t>define SW1 (GPIO_PORTF_DATA_R&amp;0x10)</a:t>
            </a:r>
          </a:p>
          <a:p>
            <a:r>
              <a:rPr lang="en-US" b="1" dirty="0" smtClean="0"/>
              <a:t>void </a:t>
            </a:r>
            <a:r>
              <a:rPr lang="en-US" b="1" dirty="0" err="1"/>
              <a:t>PortF_Init</a:t>
            </a:r>
            <a:r>
              <a:rPr lang="en-US" b="1" dirty="0"/>
              <a:t>(void){</a:t>
            </a:r>
          </a:p>
          <a:p>
            <a:r>
              <a:rPr lang="en-US" dirty="0"/>
              <a:t>SYSCTL_RCGCGPIO_R |= 0x00000020; // </a:t>
            </a:r>
            <a:r>
              <a:rPr lang="en-US" dirty="0" smtClean="0"/>
              <a:t>activate </a:t>
            </a:r>
            <a:r>
              <a:rPr lang="en-US" dirty="0"/>
              <a:t>clock for Port F</a:t>
            </a:r>
          </a:p>
          <a:p>
            <a:r>
              <a:rPr lang="en-US" b="1" dirty="0"/>
              <a:t>while((SYSCTL_PRGPIO_R&amp;0x00000020) == 0){};// ready?</a:t>
            </a:r>
          </a:p>
          <a:p>
            <a:r>
              <a:rPr lang="en-US" dirty="0"/>
              <a:t>GPIO_PORTF_LOCK_R = 0x4C4F434B; // </a:t>
            </a:r>
            <a:r>
              <a:rPr lang="en-US" dirty="0" smtClean="0"/>
              <a:t>unlock </a:t>
            </a:r>
            <a:r>
              <a:rPr lang="en-US" dirty="0"/>
              <a:t>GPIO Port F</a:t>
            </a:r>
          </a:p>
          <a:p>
            <a:r>
              <a:rPr lang="en-US" dirty="0"/>
              <a:t>GPIO_PORTF_CR_R = </a:t>
            </a:r>
            <a:r>
              <a:rPr lang="en-US" dirty="0" smtClean="0"/>
              <a:t>0x14; </a:t>
            </a:r>
            <a:r>
              <a:rPr lang="en-US" dirty="0"/>
              <a:t>// allow changes to </a:t>
            </a:r>
            <a:r>
              <a:rPr lang="en-US" dirty="0" smtClean="0"/>
              <a:t>PF2 &amp; PF4</a:t>
            </a:r>
            <a:endParaRPr lang="en-US" dirty="0"/>
          </a:p>
          <a:p>
            <a:r>
              <a:rPr lang="en-US" dirty="0"/>
              <a:t>GPIO_PORTF_DIR_R = 0x04; // </a:t>
            </a:r>
            <a:r>
              <a:rPr lang="en-US" dirty="0" smtClean="0"/>
              <a:t>PF4 </a:t>
            </a:r>
            <a:r>
              <a:rPr lang="en-US" dirty="0"/>
              <a:t>in, PF2 out</a:t>
            </a:r>
          </a:p>
          <a:p>
            <a:r>
              <a:rPr lang="en-US" dirty="0"/>
              <a:t>GPIO_PORTF_PUR_R = </a:t>
            </a:r>
            <a:r>
              <a:rPr lang="en-US" dirty="0" smtClean="0"/>
              <a:t>0x10; </a:t>
            </a:r>
            <a:r>
              <a:rPr lang="en-US" dirty="0"/>
              <a:t>// enable pull-up on </a:t>
            </a:r>
            <a:r>
              <a:rPr lang="en-US" dirty="0" smtClean="0"/>
              <a:t>PF4</a:t>
            </a:r>
            <a:endParaRPr lang="en-US" dirty="0"/>
          </a:p>
          <a:p>
            <a:r>
              <a:rPr lang="pt-BR" dirty="0"/>
              <a:t>GPIO_PORTF_DEN_R = </a:t>
            </a:r>
            <a:r>
              <a:rPr lang="pt-BR" dirty="0" smtClean="0"/>
              <a:t>0x14; </a:t>
            </a:r>
            <a:r>
              <a:rPr lang="pt-BR" dirty="0"/>
              <a:t>// </a:t>
            </a:r>
            <a:r>
              <a:rPr lang="pt-BR" dirty="0" smtClean="0"/>
              <a:t> </a:t>
            </a:r>
            <a:r>
              <a:rPr lang="pt-BR" dirty="0"/>
              <a:t>enable digital I/O on </a:t>
            </a:r>
            <a:r>
              <a:rPr lang="pt-BR" dirty="0" smtClean="0"/>
              <a:t>PF2 &amp; PF4</a:t>
            </a:r>
            <a:r>
              <a:rPr lang="en-US" dirty="0" smtClean="0"/>
              <a:t>}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void main(void)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PortF_Init</a:t>
            </a:r>
            <a:r>
              <a:rPr lang="en-US" dirty="0"/>
              <a:t>();</a:t>
            </a:r>
          </a:p>
          <a:p>
            <a:r>
              <a:rPr lang="en-US" b="1" dirty="0"/>
              <a:t>while(1</a:t>
            </a:r>
            <a:r>
              <a:rPr lang="en-US" b="1" dirty="0" smtClean="0"/>
              <a:t>)</a:t>
            </a:r>
            <a:r>
              <a:rPr lang="en-US" dirty="0" smtClean="0"/>
              <a:t>{</a:t>
            </a:r>
            <a:endParaRPr lang="en-US" dirty="0"/>
          </a:p>
          <a:p>
            <a:r>
              <a:rPr lang="en-US" b="1" dirty="0"/>
              <a:t>if (!SW1</a:t>
            </a:r>
            <a:r>
              <a:rPr lang="en-US" b="1" dirty="0" smtClean="0"/>
              <a:t>)</a:t>
            </a:r>
            <a:endParaRPr lang="en-US" b="1" dirty="0"/>
          </a:p>
          <a:p>
            <a:r>
              <a:rPr lang="en-US" dirty="0"/>
              <a:t>   </a:t>
            </a:r>
            <a:r>
              <a:rPr lang="en-US" dirty="0" smtClean="0"/>
              <a:t>GPIO_PORTF_DATA_R=GPIO_PORTF_DATA_R^0x04;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4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Reading/writing to individual pins of 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order to modify single bit of a port, we must not modify other pins </a:t>
            </a:r>
          </a:p>
          <a:p>
            <a:r>
              <a:rPr lang="en-US" dirty="0" smtClean="0"/>
              <a:t>Two methods are used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b="1" dirty="0" smtClean="0"/>
              <a:t>Read-modify-write method</a:t>
            </a:r>
          </a:p>
          <a:p>
            <a:pPr lvl="2"/>
            <a:r>
              <a:rPr lang="en-US" dirty="0" smtClean="0"/>
              <a:t>Using masking concept, AND / OR operations </a:t>
            </a:r>
          </a:p>
          <a:p>
            <a:pPr lvl="2"/>
            <a:r>
              <a:rPr lang="en-US" dirty="0" smtClean="0"/>
              <a:t>In order to make bit 5 of PORTF 1 without affecting other bits, </a:t>
            </a:r>
          </a:p>
          <a:p>
            <a:pPr marL="685800" lvl="2" indent="0">
              <a:buNone/>
            </a:pPr>
            <a:r>
              <a:rPr lang="en-US" dirty="0"/>
              <a:t>	</a:t>
            </a:r>
            <a:r>
              <a:rPr lang="en-US" dirty="0" smtClean="0"/>
              <a:t>PORTF_DATA_R=</a:t>
            </a:r>
            <a:r>
              <a:rPr lang="en-US" dirty="0"/>
              <a:t> </a:t>
            </a:r>
            <a:r>
              <a:rPr lang="en-US" dirty="0" smtClean="0"/>
              <a:t>PORTF_DATA_R | 0x20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b="1" dirty="0" smtClean="0"/>
              <a:t>Bit Specific Addressing</a:t>
            </a:r>
          </a:p>
          <a:p>
            <a:pPr marL="685800" lvl="2" indent="0">
              <a:buNone/>
            </a:pPr>
            <a:r>
              <a:rPr lang="en-US" b="1" dirty="0" smtClean="0"/>
              <a:t>Contd. </a:t>
            </a:r>
            <a:r>
              <a:rPr lang="en-US" b="1" dirty="0"/>
              <a:t>o</a:t>
            </a:r>
            <a:r>
              <a:rPr lang="en-US" b="1" dirty="0" smtClean="0"/>
              <a:t>n next slide 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150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5474"/>
          </a:xfrm>
        </p:spPr>
        <p:txBody>
          <a:bodyPr/>
          <a:lstStyle/>
          <a:p>
            <a:r>
              <a:rPr lang="en-US" b="1" dirty="0" smtClean="0"/>
              <a:t>Bit Specific Addressing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237" y="1066800"/>
            <a:ext cx="4196531" cy="3810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if </a:t>
            </a:r>
            <a:r>
              <a:rPr lang="en-US" dirty="0"/>
              <a:t>we are interested in bit </a:t>
            </a:r>
            <a:r>
              <a:rPr lang="en-US" i="1" dirty="0"/>
              <a:t>b</a:t>
            </a:r>
            <a:r>
              <a:rPr lang="en-US" dirty="0"/>
              <a:t>, the constant is </a:t>
            </a:r>
            <a:r>
              <a:rPr lang="en-US" dirty="0" smtClean="0"/>
              <a:t>4*2</a:t>
            </a:r>
            <a:r>
              <a:rPr lang="en-US" i="1" baseline="30000" dirty="0" smtClean="0"/>
              <a:t>b</a:t>
            </a:r>
            <a:endParaRPr lang="en-US" dirty="0"/>
          </a:p>
          <a:p>
            <a:r>
              <a:rPr lang="en-US" dirty="0" smtClean="0"/>
              <a:t>There are 256 </a:t>
            </a:r>
            <a:r>
              <a:rPr lang="en-US" dirty="0"/>
              <a:t>possible bit combinations we might be interested in accessing, from all of them to none of them.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possible bit combination has a separate address for accessing that combination. For each bit we are interested in, we add up the corresponding constants from </a:t>
            </a:r>
            <a:r>
              <a:rPr lang="en-US" dirty="0" smtClean="0"/>
              <a:t>this Table </a:t>
            </a:r>
            <a:r>
              <a:rPr lang="en-US" dirty="0"/>
              <a:t>and then add that sum to the base address for the port.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assume we are interested in Port A bits 1, 2, and 3. The base address for Port A is 0x4000.4000, and the constants are 0x0008, 0x0010, and 0x0020. The sum of 0x4000.4000+0x0008+0x0010 +0x0020 is the address 0x4000.4038. If we read from 0x4000.4038 only bits 1, 2, and 3 will be returned. If we write to this address only bits 1, 2, and 3 will be modified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0353"/>
          <a:stretch/>
        </p:blipFill>
        <p:spPr>
          <a:xfrm>
            <a:off x="4905212" y="152400"/>
            <a:ext cx="3959002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2114" y="5105400"/>
            <a:ext cx="8607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#define </a:t>
            </a:r>
            <a:r>
              <a:rPr lang="en-US" b="1" dirty="0" smtClean="0"/>
              <a:t>PA123</a:t>
            </a:r>
            <a:r>
              <a:rPr lang="en-US" b="1" dirty="0"/>
              <a:t>   </a:t>
            </a:r>
            <a:r>
              <a:rPr lang="en-US" b="1" dirty="0" smtClean="0"/>
              <a:t>*((</a:t>
            </a:r>
            <a:r>
              <a:rPr lang="en-US" b="1" dirty="0"/>
              <a:t>volatile </a:t>
            </a:r>
            <a:r>
              <a:rPr lang="en-US" b="1" dirty="0" smtClean="0"/>
              <a:t>uint32_t *)0x40004038)</a:t>
            </a:r>
          </a:p>
          <a:p>
            <a:r>
              <a:rPr lang="en-US" b="1" dirty="0" smtClean="0"/>
              <a:t>..</a:t>
            </a:r>
          </a:p>
          <a:p>
            <a:r>
              <a:rPr lang="en-US" b="1" dirty="0" smtClean="0"/>
              <a:t>PA123=0x0A; //only bits 1,2,3 will be updated, rest will be same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15153"/>
            <a:ext cx="224817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Bit Specific Addressing (contd.)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update complete port, add all the offsets to base address</a:t>
            </a:r>
          </a:p>
          <a:p>
            <a:r>
              <a:rPr lang="en-US" b="1" dirty="0" smtClean="0"/>
              <a:t>Example</a:t>
            </a:r>
          </a:p>
          <a:p>
            <a:pPr marL="0" indent="0">
              <a:buNone/>
            </a:pPr>
            <a:r>
              <a:rPr lang="en-US" dirty="0" smtClean="0"/>
              <a:t>PORTF = 0x40025000 + all values </a:t>
            </a:r>
            <a:r>
              <a:rPr lang="en-US" dirty="0"/>
              <a:t>= </a:t>
            </a:r>
            <a:r>
              <a:rPr lang="en-US" b="1" dirty="0" smtClean="0"/>
              <a:t>0x400253FC</a:t>
            </a:r>
          </a:p>
          <a:p>
            <a:pPr marL="0" indent="0">
              <a:buNone/>
            </a:pPr>
            <a:r>
              <a:rPr lang="en-US" i="1" dirty="0" smtClean="0"/>
              <a:t>That’s why in header file, we have this address against PORTF_DATA_R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810000"/>
            <a:ext cx="5516529" cy="16190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4851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7886700" cy="54927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Example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777874"/>
            <a:ext cx="8058150" cy="53990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#define LED *((volatile uint32_t *) 0x40025008</a:t>
            </a:r>
            <a:r>
              <a:rPr lang="en-US" sz="1400" b="1" dirty="0" smtClean="0"/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void </a:t>
            </a:r>
            <a:r>
              <a:rPr lang="en-US" sz="1400" b="1" dirty="0" err="1"/>
              <a:t>PortF_Init</a:t>
            </a:r>
            <a:r>
              <a:rPr lang="en-US" sz="1400" b="1" dirty="0"/>
              <a:t>(void){</a:t>
            </a:r>
          </a:p>
          <a:p>
            <a:pPr marL="0" indent="0">
              <a:buNone/>
            </a:pPr>
            <a:r>
              <a:rPr lang="en-US" sz="1400" dirty="0"/>
              <a:t>SYSCTL_RCGCGPIO_R |= 0x00000020; // 1) activate clock for Port F</a:t>
            </a:r>
          </a:p>
          <a:p>
            <a:pPr marL="0" indent="0">
              <a:buNone/>
            </a:pPr>
            <a:r>
              <a:rPr lang="en-US" sz="1400" b="1" dirty="0"/>
              <a:t>while((SYSCTL_PRGPIO_R&amp;0x00000020) == 0){};// ready?</a:t>
            </a:r>
          </a:p>
          <a:p>
            <a:pPr marL="0" indent="0">
              <a:buNone/>
            </a:pPr>
            <a:r>
              <a:rPr lang="en-US" sz="1400" dirty="0"/>
              <a:t>GPIO_PORTF_LOCK_R = 0x4C4F434B; // 2) unlock GPIO Port F</a:t>
            </a:r>
          </a:p>
          <a:p>
            <a:pPr marL="0" indent="0">
              <a:buNone/>
            </a:pPr>
            <a:r>
              <a:rPr lang="en-US" sz="1400" dirty="0"/>
              <a:t>GPIO_PORTF_CR_R = 0x02;</a:t>
            </a:r>
          </a:p>
          <a:p>
            <a:pPr marL="0" indent="0">
              <a:buNone/>
            </a:pPr>
            <a:r>
              <a:rPr lang="en-US" sz="1400" dirty="0"/>
              <a:t>GPIO_PORTF_DIR_R = 0x02;</a:t>
            </a:r>
          </a:p>
          <a:p>
            <a:pPr marL="0" indent="0">
              <a:buNone/>
            </a:pPr>
            <a:r>
              <a:rPr lang="en-US" sz="1400" dirty="0"/>
              <a:t>GPIO_PORTF_PUR_R = 0x11;</a:t>
            </a:r>
          </a:p>
          <a:p>
            <a:pPr marL="0" indent="0">
              <a:buNone/>
            </a:pPr>
            <a:r>
              <a:rPr lang="en-US" sz="1400" dirty="0"/>
              <a:t>GPIO_PORTF_DEN_R = 0x02;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b="1" dirty="0"/>
              <a:t>void delay()</a:t>
            </a:r>
          </a:p>
          <a:p>
            <a:pPr marL="0" indent="0">
              <a:buNone/>
            </a:pPr>
            <a:r>
              <a:rPr lang="en-US" sz="1400" dirty="0"/>
              <a:t>{</a:t>
            </a:r>
          </a:p>
          <a:p>
            <a:pPr marL="0" indent="0">
              <a:buNone/>
            </a:pPr>
            <a:r>
              <a:rPr lang="en-US" sz="1400" dirty="0"/>
              <a:t>    uint32_t counter=0;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b="1" dirty="0"/>
              <a:t>for (counter=0; counter&lt;200000;counter++);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b="1" dirty="0"/>
              <a:t>void main(void)</a:t>
            </a:r>
          </a:p>
          <a:p>
            <a:pPr marL="0" indent="0">
              <a:buNone/>
            </a:pPr>
            <a:r>
              <a:rPr lang="en-US" sz="1400" dirty="0" smtClean="0"/>
              <a:t>{ </a:t>
            </a:r>
            <a:r>
              <a:rPr lang="en-US" sz="1400" dirty="0" err="1" smtClean="0"/>
              <a:t>PortF_Init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b="1" dirty="0"/>
              <a:t>while(1</a:t>
            </a:r>
            <a:r>
              <a:rPr lang="en-US" sz="1400" b="1" dirty="0" smtClean="0"/>
              <a:t>) </a:t>
            </a:r>
            <a:r>
              <a:rPr lang="en-US" sz="1400" dirty="0" smtClean="0"/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LED=LED ^ 0x02;</a:t>
            </a:r>
          </a:p>
          <a:p>
            <a:pPr marL="0" indent="0">
              <a:buNone/>
            </a:pPr>
            <a:r>
              <a:rPr lang="en-US" sz="1400" dirty="0" smtClean="0"/>
              <a:t>delay();}</a:t>
            </a:r>
            <a:r>
              <a:rPr lang="en-US" sz="1400" dirty="0"/>
              <a:t> </a:t>
            </a:r>
            <a:r>
              <a:rPr lang="en-US" sz="1400" dirty="0" smtClean="0"/>
              <a:t>}</a:t>
            </a:r>
            <a:endParaRPr lang="en-US" sz="1400" dirty="0"/>
          </a:p>
          <a:p>
            <a:pPr marL="0" indent="0"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22471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8719</TotalTime>
  <Words>324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Embedded Systems I/O of TM4C123HG6PM (contd)</vt:lpstr>
      <vt:lpstr>Memory Mapping (revisited)</vt:lpstr>
      <vt:lpstr>Example</vt:lpstr>
      <vt:lpstr>Exercise: Toggle Blue LED with SW1</vt:lpstr>
      <vt:lpstr>Reading/writing to individual pins of ports</vt:lpstr>
      <vt:lpstr>Bit Specific Addressing</vt:lpstr>
      <vt:lpstr>Bit Specific Addressing (contd.)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Analysis – I</dc:title>
  <dc:creator>tooba</dc:creator>
  <cp:lastModifiedBy>Tooba Javed</cp:lastModifiedBy>
  <cp:revision>312</cp:revision>
  <dcterms:created xsi:type="dcterms:W3CDTF">2014-08-22T09:03:09Z</dcterms:created>
  <dcterms:modified xsi:type="dcterms:W3CDTF">2018-09-27T04:16:45Z</dcterms:modified>
</cp:coreProperties>
</file>