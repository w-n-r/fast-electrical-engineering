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4"/>
  </p:notesMasterIdLst>
  <p:sldIdLst>
    <p:sldId id="256" r:id="rId2"/>
    <p:sldId id="288" r:id="rId3"/>
    <p:sldId id="279" r:id="rId4"/>
    <p:sldId id="28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E0228C3-FE66-406C-B642-F3083EDAA720}">
          <p14:sldIdLst>
            <p14:sldId id="256"/>
          </p14:sldIdLst>
        </p14:section>
        <p14:section name="Untitled Section" id="{7A97AF61-C7D4-4599-8A78-DB5A741090D8}">
          <p14:sldIdLst>
            <p14:sldId id="288"/>
            <p14:sldId id="279"/>
            <p14:sldId id="28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70" d="100"/>
          <a:sy n="70" d="100"/>
        </p:scale>
        <p:origin x="660" y="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DC239-7A10-429F-BD0C-6D92E9BA0EDC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03166-61CF-4F32-957D-9F0712E098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EEADB-72FD-4B75-9D3E-2EFCA2A147C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70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6B88-011D-475E-89E5-B9E27590DA82}" type="datetime1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2938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359F9-E5B8-447B-A6F3-573CF8288FBA}" type="datetime1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7179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7265-565E-41EF-BE38-45FF0E9B9E7A}" type="datetime1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7047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E7577-2405-4379-80CA-C2F0FB89A7C8}" type="datetime1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9517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59DF-40F5-4F43-B578-98EA1D9EE905}" type="datetime1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7945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AD5E8-D43B-4886-A663-6958405CD410}" type="datetime1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9554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D4697-2A98-4E17-9735-2ECB4FADDACF}" type="datetime1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5881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4CB0-FF5B-467D-BC9E-3A74D11A9252}" type="datetime1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2707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90060-D363-46A9-8BD8-DCBF87A90940}" type="datetime1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4717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92EF-E79A-47C9-846C-8B14F6989B0C}" type="datetime1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1677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587A4-E645-497B-AFDD-8C3CAE4D1A79}" type="datetime1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77930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98D60-B2E3-4D2E-80B1-8457FED2ED5E}" type="datetime1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ransition spd="med">
    <p:pull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RTOS 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400" b="1" dirty="0"/>
              <a:t>Semaphores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2000"/>
            <a:ext cx="1052645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75667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85800"/>
            <a:ext cx="1035522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0879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2000"/>
            <a:ext cx="9913492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65609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28600"/>
            <a:ext cx="7290054" cy="1499616"/>
          </a:xfrm>
        </p:spPr>
        <p:txBody>
          <a:bodyPr/>
          <a:lstStyle/>
          <a:p>
            <a:r>
              <a:rPr lang="en-US" dirty="0"/>
              <a:t>Managing resources using </a:t>
            </a:r>
            <a:r>
              <a:rPr lang="en-US" dirty="0" smtClean="0"/>
              <a:t>counting semaphores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362200" y="1600201"/>
            <a:ext cx="8305800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NewRoman"/>
              </a:rPr>
              <a:t>Resources can also be controlled with counting semaphores.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NewRoman"/>
              </a:rPr>
              <a:t>In this case, the value of the counting semaphore represents </a:t>
            </a:r>
            <a:r>
              <a:rPr lang="en-US" sz="2000" i="1" dirty="0">
                <a:latin typeface="Times New Roman" panose="02020603050405020304" pitchFamily="18" charset="0"/>
              </a:rPr>
              <a:t>how many of the resources </a:t>
            </a:r>
            <a:r>
              <a:rPr lang="en-US" sz="2000" dirty="0">
                <a:latin typeface="TimesNewRoman"/>
              </a:rPr>
              <a:t>are available for use.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NewRoman"/>
              </a:rPr>
              <a:t>A common example is that of a ring buffer. A ring buffer has space for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NewRoman"/>
              </a:rPr>
              <a:t>m</a:t>
            </a:r>
            <a:r>
              <a:rPr lang="en-US" sz="1400" dirty="0">
                <a:latin typeface="Courier"/>
              </a:rPr>
              <a:t> </a:t>
            </a:r>
            <a:r>
              <a:rPr lang="en-US" sz="2000" dirty="0">
                <a:latin typeface="TimesNewRoman"/>
              </a:rPr>
              <a:t>elements, and elements are added to and removed from it by different parts of an application.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6780758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– Serial Communication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133600" y="1981201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Following figure shows a scheme to transmit character strings via RS-232 using a counting semaphore to control access to a ring buffer.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166539"/>
            <a:ext cx="6400800" cy="306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3795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91440" indent="-9144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</a:pPr>
            <a:r>
              <a:rPr lang="en-US" sz="20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a counting semaphore is initialized to m [1] to represent the number of spaces available in the empty ring buffer [2]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19400"/>
            <a:ext cx="6400800" cy="3066252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581400" y="3048000"/>
            <a:ext cx="1828800" cy="106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324600" y="4818852"/>
            <a:ext cx="1828800" cy="106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2103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91440" indent="-9144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The ring buffer is filled at its tail by the task [3] and emptied from its head by the ISR [4].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19400"/>
            <a:ext cx="6400800" cy="3066252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743200" y="4038600"/>
            <a:ext cx="1524000" cy="8473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324600" y="2971800"/>
            <a:ext cx="1828800" cy="106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252044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91440" indent="-9144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Before adding a character to the buffer the task must wait the semaphore. If it is blocked, it means that the buffer is full and cannot accept any more characters.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19400"/>
            <a:ext cx="6400800" cy="306625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581400" y="4785315"/>
            <a:ext cx="1828800" cy="106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1838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91440" indent="-9144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If the buffer is not full, the semaphore is decremented, the task places the character at the tail of the buffer and increments the tail pointer.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19400"/>
            <a:ext cx="6400800" cy="306625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581400" y="4785315"/>
            <a:ext cx="1828800" cy="106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93913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33600" y="457200"/>
            <a:ext cx="8153400" cy="58521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Once </a:t>
            </a:r>
            <a:r>
              <a:rPr lang="en-US" dirty="0"/>
              <a:t>there are characters in the </a:t>
            </a:r>
            <a:r>
              <a:rPr lang="en-US" dirty="0" smtClean="0"/>
              <a:t>buffer, </a:t>
            </a:r>
            <a:r>
              <a:rPr lang="en-US" dirty="0"/>
              <a:t>for each character the </a:t>
            </a:r>
            <a:r>
              <a:rPr lang="en-US" dirty="0" err="1" smtClean="0"/>
              <a:t>Tx</a:t>
            </a:r>
            <a:r>
              <a:rPr lang="en-US" dirty="0"/>
              <a:t> </a:t>
            </a:r>
            <a:r>
              <a:rPr lang="en-US" dirty="0" smtClean="0"/>
              <a:t>ISR </a:t>
            </a:r>
            <a:r>
              <a:rPr lang="en-US" dirty="0"/>
              <a:t>will remove it from the buffer, transmit it and increment </a:t>
            </a:r>
            <a:r>
              <a:rPr lang="en-US" dirty="0" smtClean="0"/>
              <a:t>the semaphore </a:t>
            </a:r>
            <a:r>
              <a:rPr lang="en-US" dirty="0"/>
              <a:t>by signaling it. 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57400"/>
            <a:ext cx="6400800" cy="306625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781800" y="2292746"/>
            <a:ext cx="1828800" cy="106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25805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3429000"/>
            <a:ext cx="6400800" cy="3066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685800"/>
            <a:ext cx="544830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644846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3000</TotalTime>
  <Words>243</Words>
  <Application>Microsoft Office PowerPoint</Application>
  <PresentationFormat>Widescreen</PresentationFormat>
  <Paragraphs>14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Courier</vt:lpstr>
      <vt:lpstr>Times New Roman</vt:lpstr>
      <vt:lpstr>TimesNewRoman</vt:lpstr>
      <vt:lpstr>Tw Cen MT</vt:lpstr>
      <vt:lpstr>Wingdings</vt:lpstr>
      <vt:lpstr>Office Theme</vt:lpstr>
      <vt:lpstr>RTOS </vt:lpstr>
      <vt:lpstr>PowerPoint Presentation</vt:lpstr>
      <vt:lpstr>PowerPoint Presentation</vt:lpstr>
      <vt:lpstr>PowerPoint Presentation</vt:lpstr>
      <vt:lpstr>Managing resources using counting semaphores</vt:lpstr>
      <vt:lpstr>Example – Serial Communication</vt:lpstr>
      <vt:lpstr>a counting semaphore is initialized to m [1] to represent the number of spaces available in the empty ring buffer [2]</vt:lpstr>
      <vt:lpstr>The ring buffer is filled at its tail by the task [3] and emptied from its head by the ISR [4]. </vt:lpstr>
      <vt:lpstr>Before adding a character to the buffer the task must wait the semaphore. If it is blocked, it means that the buffer is full and cannot accept any more characters. </vt:lpstr>
      <vt:lpstr>If the buffer is not full, the semaphore is decremented, the task places the character at the tail of the buffer and increments the tail pointer.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 Analysis – I</dc:title>
  <dc:creator>tooba</dc:creator>
  <cp:lastModifiedBy>Tooba Javed</cp:lastModifiedBy>
  <cp:revision>311</cp:revision>
  <dcterms:created xsi:type="dcterms:W3CDTF">2014-08-22T09:03:09Z</dcterms:created>
  <dcterms:modified xsi:type="dcterms:W3CDTF">2018-11-29T04:20:13Z</dcterms:modified>
</cp:coreProperties>
</file>